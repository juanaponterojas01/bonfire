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Curriculum Vitae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Professional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[professional_summary]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Bachelor's Education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[bachelor_subjects]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Master's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[master_subjects]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