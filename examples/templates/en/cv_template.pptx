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7559675" cy="1069181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66640" y="3321000"/>
            <a:ext cx="6425640" cy="229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427B87-8232-43AB-9821-4E1FF571D5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5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5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60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3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2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7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78000" y="2494440"/>
            <a:ext cx="6803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781F41-43AE-4923-A4EA-2F170C8E0A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0640" y="428040"/>
            <a:ext cx="1700640" cy="912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78000" y="427680"/>
            <a:ext cx="4977000" cy="912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24A96E-CE70-4065-8A6D-FD9375ABD3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78000" y="2494800"/>
            <a:ext cx="6803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473038-EBB3-4DB2-BE8C-186EB74E53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96880" y="6870240"/>
            <a:ext cx="6425640" cy="212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96880" y="4531320"/>
            <a:ext cx="6425640" cy="233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290662-8D2D-4929-BA34-0B8EB40E36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78000" y="2494800"/>
            <a:ext cx="3338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842640" y="2494800"/>
            <a:ext cx="3338640" cy="70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662096-A417-47DC-88F3-FF1757D3D8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78000" y="2392920"/>
            <a:ext cx="3340080" cy="9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78000" y="3390120"/>
            <a:ext cx="3340080" cy="61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3840120" y="2392920"/>
            <a:ext cx="3341160" cy="99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3840120" y="3390120"/>
            <a:ext cx="3341160" cy="615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525884-7A87-476C-9B78-85C033241E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8000" y="428040"/>
            <a:ext cx="6803640" cy="17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C5DC9A-4D2E-4A2A-86C9-5F8B7543E6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378000" y="250164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5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5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60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3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3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2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7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3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83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6A9F82-7751-4EDE-9DDB-D77B530047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378000" y="425880"/>
            <a:ext cx="6803640" cy="178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28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28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378000" y="2501280"/>
            <a:ext cx="6803640" cy="620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22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99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499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7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7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7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32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88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2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12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78000" y="424800"/>
            <a:ext cx="2486520" cy="181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2955600" y="424800"/>
            <a:ext cx="4226040" cy="912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378000" y="2237040"/>
            <a:ext cx="2486520" cy="731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BBEAA2-0D33-42C2-B921-93397F3F01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481400" y="7484400"/>
            <a:ext cx="4535640" cy="88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481400" y="955080"/>
            <a:ext cx="4535640" cy="641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22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76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132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88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43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481400" y="8367480"/>
            <a:ext cx="4535640" cy="12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37800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2582640" y="9909720"/>
            <a:ext cx="239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5417640" y="9909720"/>
            <a:ext cx="1763640" cy="5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D7FD3B-B4C2-4B52-9D3A-ADB7EB985C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377640" y="426960"/>
            <a:ext cx="26550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Curriculum Vitae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377640" y="3764880"/>
            <a:ext cx="6803640" cy="8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Pepito Perez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742 Maple Avenue, Apt 3B, Cambridge, MA 02139, USA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pepito.perez@example.com  |  +1 (555) 123-4567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linkedin.com/in/johnsmith-mech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377640" y="5691600"/>
            <a:ext cx="20574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Professional Summary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77640" y="6225840"/>
            <a:ext cx="6803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[professional_summary]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132000" y="1260000"/>
            <a:ext cx="1980000" cy="2252880"/>
          </a:xfrm>
          <a:prstGeom prst="rect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68" name=""/>
          <p:cNvSpPr/>
          <p:nvPr/>
        </p:nvSpPr>
        <p:spPr>
          <a:xfrm>
            <a:off x="3384000" y="1440000"/>
            <a:ext cx="1404000" cy="1440000"/>
          </a:xfrm>
          <a:prstGeom prst="smileyFace">
            <a:avLst>
              <a:gd name="adj" fmla="val 9282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69" name=""/>
          <p:cNvSpPr/>
          <p:nvPr/>
        </p:nvSpPr>
        <p:spPr>
          <a:xfrm>
            <a:off x="3528000" y="2988000"/>
            <a:ext cx="1260000" cy="360000"/>
          </a:xfrm>
          <a:prstGeom prst="rect">
            <a:avLst/>
          </a:prstGeom>
          <a:solidFill>
            <a:srgbClr val="ffffff"/>
          </a:solidFill>
          <a:ln w="0">
            <a:solidFill>
              <a:srgbClr val="8d281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PHOTO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377640" y="426960"/>
            <a:ext cx="21762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Professional Experience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377640" y="106884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Graduate Research Assistant — MIT Renewable Energy CFD Lab  |  Cambridge, MA, USA  |  Sep 2022 – Jun 2023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28840" y="15249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Developed high-fidelity actuator-line CFD models for vertical-axis wind turbines using ANSYS Fluent.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528840" y="186660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Simulated wake interactions in arrays up to 12 turbines, improving array power density by 15%.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528840" y="220932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Automated parametric sweep workflows with MATLAB/Python, reducing setup time by 40%.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377640" y="269388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CFD Engineering Intern — Siemens Energy  |  Orlando, FL, USA  |  Jun 2022 – Aug 2022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528840" y="314964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Performed steady-state and transient CFD simulations of gas turbine cooling channels.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528840" y="34923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Validated simulation results against experimental data with &lt;5% average deviation.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377640" y="397692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Mechanical Design Intern — Vestas Wind Systems  |  Portland, OR, USA  |  Jun 2020 – Aug 2020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28840" y="4432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Assisted in structural analysis of wind turbine nacelle components using ANSYS Mechanical.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528840" y="477540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Designed 3D CAD models of drivetrain sub-assemblies in SolidWorks.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377640" y="5260320"/>
            <a:ext cx="10116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Education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377640" y="590148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of Science in Mechanical Engineering - Massachusetts Institute of Technology (MIT) - Sep 2021 – Jun 2023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528840" y="6300720"/>
            <a:ext cx="1092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[master_subjects]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377640" y="6699600"/>
            <a:ext cx="68036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Bachelor of Science in Mechanical Engineering - University of Michigan - Sep 2016 – May 2020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528840" y="7098480"/>
            <a:ext cx="11800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[bachelor_subjects]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377640" y="7498080"/>
            <a:ext cx="151380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Skills &amp; Projects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528840" y="806796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Expert in ANSYS Fluent, Python, MATLAB, and SolidWorks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9"/>
          <p:cNvSpPr/>
          <p:nvPr/>
        </p:nvSpPr>
        <p:spPr>
          <a:xfrm>
            <a:off x="528840" y="8410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Languages: English (Native), German (Intermediate B1)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528840" y="875268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VAWT Array Wake Optimization (Master's Thesis)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528840" y="9094320"/>
            <a:ext cx="665244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Solar-Powered Water Pump for Rural Communities (B.Sc. Capstone)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de-DE</dc:language>
  <cp:lastModifiedBy/>
  <dcterms:modified xsi:type="dcterms:W3CDTF">2026-06-02T00:11:56Z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