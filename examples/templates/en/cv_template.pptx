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</p:sldIdLst>
  <p:sldSz cx="9144000" cy="68580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&lt;Datum/Uhrzeit&gt;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A895BC6E-A505-4CCB-80C9-F60AE7B075B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&lt;Foliennummer&gt;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&lt;Datum/Uhrzeit&gt;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FE28DC36-688B-4B38-8083-8EF08F98849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&lt;Foliennummer&gt;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7040" cy="58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560" cy="58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&lt;Datum/Uhrzeit&gt;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21FBC167-7C5B-4128-9A91-CF51F1CAD34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&lt;Foliennummer&gt;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&lt;Datum/Uhrzeit&gt;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4F7383A1-9B45-45B0-A22E-45B9C059463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&lt;Foliennummer&gt;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&lt;Datum/Uhrzeit&gt;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64FEE6D6-39F1-4CB7-AC96-075D7D8E3EA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&lt;Foliennummer&gt;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&lt;Datum/Uhrzeit&gt;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495DB2FC-6FC0-43FA-BD6F-D43277D75A9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&lt;Foliennummer&gt;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&lt;Datum/Uhrzeit&gt;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CA893B88-64E9-4492-BF4D-A7F36AF2A8E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&lt;Foliennummer&gt;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&lt;Datum/Uhrzeit&gt;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D21C91E8-F877-4CCC-BD95-218756A433A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&lt;Foliennummer&gt;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&lt;Datum/Uhrzeit&gt;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F3A8B059-6D33-4D30-A1A7-FA592560C54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&lt;Foliennummer&gt;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&lt;Datum/Uhrzeit&gt;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17BCFE11-5465-44D2-8287-E93D6E5DB44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&lt;Foliennummer&gt;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Format des Gliederungstextes durch Klicken bearbeiten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Zweite Gliederungsebene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Dritte Gliederungsebene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Vierte Gliederungsebene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Fünfte Gliederungsebene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Sechste Gliederungsebene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Siebte Gliederungsebene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5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&lt;Datum/Uhrzeit&gt;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32ABAD16-D9D8-43E4-8862-F2F62623FB9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&lt;Foliennummer&gt;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TextBox 1"/>
          <p:cNvSpPr/>
          <p:nvPr/>
        </p:nvSpPr>
        <p:spPr>
          <a:xfrm>
            <a:off x="640080" y="365760"/>
            <a:ext cx="786348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Curriculum Vitae</a:t>
            </a:r>
            <a:endParaRPr lang="de-DE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TextBox 2"/>
          <p:cNvSpPr/>
          <p:nvPr/>
        </p:nvSpPr>
        <p:spPr>
          <a:xfrm>
            <a:off x="640080" y="1463040"/>
            <a:ext cx="78634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Professional Summary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TextBox 3"/>
          <p:cNvSpPr/>
          <p:nvPr/>
        </p:nvSpPr>
        <p:spPr>
          <a:xfrm>
            <a:off x="640080" y="1783080"/>
            <a:ext cx="78634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[professional_summary]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TextBox 4"/>
          <p:cNvSpPr/>
          <p:nvPr/>
        </p:nvSpPr>
        <p:spPr>
          <a:xfrm>
            <a:off x="640080" y="2651760"/>
            <a:ext cx="78634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Bachelor's Education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Box 5"/>
          <p:cNvSpPr/>
          <p:nvPr/>
        </p:nvSpPr>
        <p:spPr>
          <a:xfrm>
            <a:off x="640080" y="2971800"/>
            <a:ext cx="78634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[bachelor_subjects]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Box 6"/>
          <p:cNvSpPr/>
          <p:nvPr/>
        </p:nvSpPr>
        <p:spPr>
          <a:xfrm>
            <a:off x="640080" y="3840480"/>
            <a:ext cx="78634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Master's Education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TextBox 7"/>
          <p:cNvSpPr/>
          <p:nvPr/>
        </p:nvSpPr>
        <p:spPr>
          <a:xfrm>
            <a:off x="640080" y="4160520"/>
            <a:ext cx="78634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[master_subjects]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"/>
          <p:cNvSpPr/>
          <p:nvPr/>
        </p:nvSpPr>
        <p:spPr>
          <a:xfrm>
            <a:off x="6660000" y="360000"/>
            <a:ext cx="1620000" cy="1980000"/>
          </a:xfrm>
          <a:prstGeom prst="rect">
            <a:avLst/>
          </a:prstGeom>
          <a:solidFill>
            <a:srgbClr val="fffff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</p:txBody>
      </p:sp>
      <p:sp>
        <p:nvSpPr>
          <p:cNvPr id="67" name=""/>
          <p:cNvSpPr/>
          <p:nvPr/>
        </p:nvSpPr>
        <p:spPr>
          <a:xfrm>
            <a:off x="6948000" y="540000"/>
            <a:ext cx="1080000" cy="1062720"/>
          </a:xfrm>
          <a:prstGeom prst="smileyFace">
            <a:avLst>
              <a:gd name="adj" fmla="val 9282"/>
            </a:avLst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</p:txBody>
      </p:sp>
      <p:sp>
        <p:nvSpPr>
          <p:cNvPr id="68" name=""/>
          <p:cNvSpPr/>
          <p:nvPr/>
        </p:nvSpPr>
        <p:spPr>
          <a:xfrm>
            <a:off x="6840000" y="1800000"/>
            <a:ext cx="1260000" cy="360000"/>
          </a:xfrm>
          <a:prstGeom prst="rect">
            <a:avLst/>
          </a:prstGeom>
          <a:solidFill>
            <a:srgbClr val="ffffff"/>
          </a:solidFill>
          <a:ln w="0">
            <a:solidFill>
              <a:srgbClr val="8d281e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PHOTO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</TotalTime>
  <Application>LibreOffice/25.8.6.2$Windows_X86_64 LibreOffice_project/b4b39682cd9868fa725bc664aff94278d315bd04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de-DE</dc:language>
  <cp:lastModifiedBy/>
  <dcterms:modified xsi:type="dcterms:W3CDTF">2026-06-01T21:14:42Z</dcterms:modified>
  <cp:revision>2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