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latin typeface="Calibri"/>
              </a:defRPr>
            </a:pPr>
            <a:r>
              <a:t>Curriculum Vitae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Resumen Profesional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[professional_summary]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Educación de Pregrado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[bachelor_subjects]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latin typeface="Calibri"/>
              </a:defRPr>
            </a:pPr>
            <a:r>
              <a:t>Educación de Maestría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latin typeface="Calibri"/>
              </a:defRPr>
            </a:pPr>
            <a:r>
              <a:t>[master_subjects]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