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1ED424-31C2-42CA-8A07-5762DB4F15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907A54-D9A9-4319-8400-B86E18668D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CD8C482-4667-4A87-B700-F5C4803258C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705669C-1CC8-456D-9FE3-CAA6A801C2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D1038D-AC6C-44CD-82BD-02C779EE8C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3983836-3A42-4AEA-BBAA-C08867680E7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4D60347-4757-4B7F-9868-B89838ACE6F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E7666A-F0BE-46A1-99F8-40BBA3575F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BE639E-14F2-4A4C-BA8A-E041AB7A32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78EA694-1FF2-475B-8483-65E361B797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E6F585C-1FA6-459A-A340-CBDBF336AF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"/>
          <p:cNvSpPr/>
          <p:nvPr/>
        </p:nvSpPr>
        <p:spPr>
          <a:xfrm>
            <a:off x="640080" y="365760"/>
            <a:ext cx="7863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Curriculum Vitae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640080" y="146304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Resumen Profesional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640080" y="178308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[professional_summary]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640080" y="265176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Educación de Pregrado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640080" y="297180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[bachelor_subjects]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640080" y="384048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Educación de Maestría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7"/>
          <p:cNvSpPr/>
          <p:nvPr/>
        </p:nvSpPr>
        <p:spPr>
          <a:xfrm>
            <a:off x="640080" y="4160520"/>
            <a:ext cx="78634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[master_subjects]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660000" y="360000"/>
            <a:ext cx="1620000" cy="19800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7" name=""/>
          <p:cNvSpPr/>
          <p:nvPr/>
        </p:nvSpPr>
        <p:spPr>
          <a:xfrm>
            <a:off x="6948000" y="540000"/>
            <a:ext cx="1080000" cy="1062720"/>
          </a:xfrm>
          <a:prstGeom prst="smileyFace">
            <a:avLst>
              <a:gd name="adj" fmla="val 9282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68" name=""/>
          <p:cNvSpPr/>
          <p:nvPr/>
        </p:nvSpPr>
        <p:spPr>
          <a:xfrm>
            <a:off x="6840000" y="1800000"/>
            <a:ext cx="1260000" cy="360000"/>
          </a:xfrm>
          <a:prstGeom prst="rect">
            <a:avLst/>
          </a:prstGeom>
          <a:solidFill>
            <a:srgbClr val="ffffff"/>
          </a:solidFill>
          <a:ln w="0">
            <a:solidFill>
              <a:srgbClr val="8d281e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PHOTO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LibreOffice/25.8.6.2$Windows_X86_64 LibreOffice_project/b4b39682cd9868fa725bc664aff94278d315bd04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de-DE</dc:language>
  <cp:lastModifiedBy/>
  <dcterms:modified xsi:type="dcterms:W3CDTF">2026-06-01T21:15:13Z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