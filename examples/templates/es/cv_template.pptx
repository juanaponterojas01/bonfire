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7559675" cy="10691813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66640" y="3321000"/>
            <a:ext cx="6425640" cy="229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28DF0F-E918-4264-9C22-0C9F5CF9A0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378000" y="2501640"/>
            <a:ext cx="6803640" cy="620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5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45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60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39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33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120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7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78000" y="428040"/>
            <a:ext cx="6803640" cy="17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78000" y="2494440"/>
            <a:ext cx="6803640" cy="705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8C3ACE-212C-44EA-B801-1B386F9FB7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80640" y="428040"/>
            <a:ext cx="1700640" cy="912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78000" y="427680"/>
            <a:ext cx="4977000" cy="912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A22206-AAAA-42A9-A7CA-64A87B993B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78000" y="428040"/>
            <a:ext cx="6803640" cy="17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78000" y="2494800"/>
            <a:ext cx="6803640" cy="705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D2187D-1F6F-4F61-A8C3-077F1106B0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96880" y="6870240"/>
            <a:ext cx="6425640" cy="212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96880" y="4531320"/>
            <a:ext cx="6425640" cy="23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89085A-8E70-4EAD-9BC6-1C4E810397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78000" y="428040"/>
            <a:ext cx="6803640" cy="17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78000" y="2494800"/>
            <a:ext cx="3338640" cy="705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3842640" y="2494800"/>
            <a:ext cx="3338640" cy="705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B4801A-FFB0-4612-AB6F-2942D5A64D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78000" y="428040"/>
            <a:ext cx="6803640" cy="17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78000" y="2392920"/>
            <a:ext cx="3340080" cy="99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78000" y="3390120"/>
            <a:ext cx="3340080" cy="615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3840120" y="2392920"/>
            <a:ext cx="3341160" cy="99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3840120" y="3390120"/>
            <a:ext cx="3341160" cy="615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4791AA-657F-47AC-920D-F90FFB86D1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78000" y="428040"/>
            <a:ext cx="6803640" cy="17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BC538B-4E7B-4963-A790-E38C85F15A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378000" y="2501640"/>
            <a:ext cx="6803640" cy="620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5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45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60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39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33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120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7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850E51-4C48-43EE-8BED-3B98CF3A52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title"/>
          </p:nvPr>
        </p:nvSpPr>
        <p:spPr>
          <a:xfrm>
            <a:off x="378000" y="425880"/>
            <a:ext cx="6803640" cy="17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28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en-US" sz="28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378000" y="2501280"/>
            <a:ext cx="6803640" cy="620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20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99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49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76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7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37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132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31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88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31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31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31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31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78000" y="424800"/>
            <a:ext cx="2486520" cy="181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2955600" y="424800"/>
            <a:ext cx="4226040" cy="912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378000" y="2237040"/>
            <a:ext cx="2486520" cy="731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E4E75B-FC8D-49A8-9ED9-EC1429C2F1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481400" y="7484400"/>
            <a:ext cx="4535640" cy="88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481400" y="955080"/>
            <a:ext cx="4535640" cy="641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220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76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132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88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481400" y="8367480"/>
            <a:ext cx="4535640" cy="12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8AF5B7-2033-4FB8-87FC-827F472D76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377640" y="426960"/>
            <a:ext cx="2655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Curriculum Vitae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377640" y="4399920"/>
            <a:ext cx="6803640" cy="8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Pepito Perez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742 Maple Avenue, Apt 3B, Cambridge, MA 02139, USA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pepito.perez@example.com  |  +1 (555) 123-4567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linkedin.com/in/johnsmith-mech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377640" y="6110640"/>
            <a:ext cx="195156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Resumen Profesional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377640" y="6680520"/>
            <a:ext cx="6803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[professional_summary]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2859840" y="1571040"/>
            <a:ext cx="1980000" cy="22528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68" name=""/>
          <p:cNvSpPr/>
          <p:nvPr/>
        </p:nvSpPr>
        <p:spPr>
          <a:xfrm>
            <a:off x="3111840" y="1751040"/>
            <a:ext cx="1404000" cy="1440000"/>
          </a:xfrm>
          <a:prstGeom prst="smileyFace">
            <a:avLst>
              <a:gd name="adj" fmla="val 9282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69" name=""/>
          <p:cNvSpPr/>
          <p:nvPr/>
        </p:nvSpPr>
        <p:spPr>
          <a:xfrm>
            <a:off x="3255840" y="3299040"/>
            <a:ext cx="126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8d281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PHOTO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377640" y="426960"/>
            <a:ext cx="214308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Experiencia Profesional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377640" y="1068840"/>
            <a:ext cx="6803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Graduate Research Assistant - MIT Renewable Energy CFD Lab  |  Cambridge, MA, USA  |  Sep 2022 - Jun 2023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528840" y="152496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Developed high-fidelity actuator-line CFD models for vertical-axis wind turbines using ANSYS Fluent.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528840" y="186660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Simulated wake interactions in arrays up to 12 turbines, improving array power density by 15%.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528840" y="220932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Automated parametric sweep workflows with MATLAB/Python, reducing setup time by 40%.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377640" y="2693880"/>
            <a:ext cx="68036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CFD Engineering Intern - Siemens Energy  |  Orlando, FL, USA  |  Jun 2022 - Aug 2022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528840" y="314964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Performed steady-state and transient CFD simulations of gas turbine cooling channels.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8"/>
          <p:cNvSpPr/>
          <p:nvPr/>
        </p:nvSpPr>
        <p:spPr>
          <a:xfrm>
            <a:off x="528840" y="349236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Validated simulation results against experimental data with &lt;5% average deviation.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377640" y="3976920"/>
            <a:ext cx="68036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Mechanical Design Intern - Vestas Wind Systems  |  Portland, OR, USA  |  Jun 2020 - Aug 2020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28840" y="443268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Assisted in structural analysis of wind turbine nacelle components using ANSYS Mechanical.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1"/>
          <p:cNvSpPr/>
          <p:nvPr/>
        </p:nvSpPr>
        <p:spPr>
          <a:xfrm>
            <a:off x="528840" y="477540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Designed 3D CAD models of drivetrain sub-assemblies in SolidWorks.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2"/>
          <p:cNvSpPr/>
          <p:nvPr/>
        </p:nvSpPr>
        <p:spPr>
          <a:xfrm>
            <a:off x="377640" y="5260320"/>
            <a:ext cx="10296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Educación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3"/>
          <p:cNvSpPr/>
          <p:nvPr/>
        </p:nvSpPr>
        <p:spPr>
          <a:xfrm>
            <a:off x="377640" y="5901480"/>
            <a:ext cx="6803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of Science in Mechanical Engineering - Massachusetts Institute of Technology (MIT) - Sep 2021 - Jun 2023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4"/>
          <p:cNvSpPr/>
          <p:nvPr/>
        </p:nvSpPr>
        <p:spPr>
          <a:xfrm>
            <a:off x="528840" y="6300720"/>
            <a:ext cx="1092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[master_subjects]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377640" y="6699600"/>
            <a:ext cx="68036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Bachelor of Science in Mechanical Engineering - University of Michigan - Sep 2016 - May 2020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6"/>
          <p:cNvSpPr/>
          <p:nvPr/>
        </p:nvSpPr>
        <p:spPr>
          <a:xfrm>
            <a:off x="528840" y="7098480"/>
            <a:ext cx="11800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[bachelor_subjects]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7"/>
          <p:cNvSpPr/>
          <p:nvPr/>
        </p:nvSpPr>
        <p:spPr>
          <a:xfrm>
            <a:off x="377640" y="7498080"/>
            <a:ext cx="21780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Habilidades y Proyectos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8"/>
          <p:cNvSpPr/>
          <p:nvPr/>
        </p:nvSpPr>
        <p:spPr>
          <a:xfrm>
            <a:off x="528840" y="806796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Expert in ANSYS Fluent, Python, MATLAB, and SolidWorks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9"/>
          <p:cNvSpPr/>
          <p:nvPr/>
        </p:nvSpPr>
        <p:spPr>
          <a:xfrm>
            <a:off x="528840" y="841068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Languages: English (Native), German (Intermediate B1)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0"/>
          <p:cNvSpPr/>
          <p:nvPr/>
        </p:nvSpPr>
        <p:spPr>
          <a:xfrm>
            <a:off x="528840" y="875268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VAWT Array Wake Optimization (Master's Thesis)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1"/>
          <p:cNvSpPr/>
          <p:nvPr/>
        </p:nvSpPr>
        <p:spPr>
          <a:xfrm>
            <a:off x="528840" y="909432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Solar-Powered Water Pump for Rural Communities (B.Sc. Capstone)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LibreOffice/25.8.6.2$Windows_X86_64 LibreOffice_project/b4b39682cd9868fa725bc664aff94278d315bd04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de-DE</dc:language>
  <cp:lastModifiedBy/>
  <dcterms:modified xsi:type="dcterms:W3CDTF">2026-06-02T00:13:25Z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