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7559675" cy="10691813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66640" y="3321000"/>
            <a:ext cx="6425640" cy="2291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728DF0F-E918-4264-9C22-0C9F5CF9A0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378000" y="2501640"/>
            <a:ext cx="6803640" cy="620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2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5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45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60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39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3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120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7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78000" y="2494440"/>
            <a:ext cx="6803640" cy="705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8C3ACE-212C-44EA-B801-1B386F9FB7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480640" y="428040"/>
            <a:ext cx="1700640" cy="912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378000" y="427680"/>
            <a:ext cx="4977000" cy="912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AA22206-AAAA-42A9-A7CA-64A87B993B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78000" y="2494800"/>
            <a:ext cx="6803640" cy="705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AD2187D-1F6F-4F61-A8C3-077F1106B0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96880" y="6870240"/>
            <a:ext cx="6425640" cy="212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96880" y="4531320"/>
            <a:ext cx="6425640" cy="233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389085A-8E70-4EAD-9BC6-1C4E810397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378000" y="2494800"/>
            <a:ext cx="3338640" cy="705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3842640" y="2494800"/>
            <a:ext cx="3338640" cy="7055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B4801A-FFB0-4612-AB6F-2942D5A64D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78000" y="2392920"/>
            <a:ext cx="3340080" cy="99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378000" y="3390120"/>
            <a:ext cx="3340080" cy="6159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3840120" y="2392920"/>
            <a:ext cx="3341160" cy="99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3840120" y="3390120"/>
            <a:ext cx="3341160" cy="6159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94791AA-657F-47AC-920D-F90FFB86D1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78000" y="428040"/>
            <a:ext cx="6803640" cy="178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8BC538B-4E7B-4963-A790-E38C85F15A4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378000" y="2501640"/>
            <a:ext cx="6803640" cy="620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2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5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45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60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39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3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120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7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28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F850E51-4C48-43EE-8BED-3B98CF3A52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title"/>
          </p:nvPr>
        </p:nvSpPr>
        <p:spPr>
          <a:xfrm>
            <a:off x="378000" y="425880"/>
            <a:ext cx="6803640" cy="17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281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Titeltextes durch Klicken bearbeiten</a:t>
            </a:r>
            <a:endParaRPr lang="en-US" sz="281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378000" y="2501280"/>
            <a:ext cx="6803640" cy="620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220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99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499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76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74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74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132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88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312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78000" y="424800"/>
            <a:ext cx="2486520" cy="18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2955600" y="424800"/>
            <a:ext cx="4226040" cy="912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378000" y="2237040"/>
            <a:ext cx="2486520" cy="731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28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29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30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2E4E75B-FC8D-49A8-9ED9-EC1429C2F1E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481400" y="7484400"/>
            <a:ext cx="4535640" cy="88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1481400" y="955080"/>
            <a:ext cx="4535640" cy="641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220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76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132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88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4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1481400" y="8367480"/>
            <a:ext cx="4535640" cy="12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dt" idx="31"/>
          </p:nvPr>
        </p:nvSpPr>
        <p:spPr>
          <a:xfrm>
            <a:off x="37800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32"/>
          </p:nvPr>
        </p:nvSpPr>
        <p:spPr>
          <a:xfrm>
            <a:off x="2582640" y="9909720"/>
            <a:ext cx="239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3"/>
          </p:nvPr>
        </p:nvSpPr>
        <p:spPr>
          <a:xfrm>
            <a:off x="5417640" y="9909720"/>
            <a:ext cx="1763640" cy="568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D8AF5B7-2033-4FB8-87FC-827F472D76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1"/>
          <p:cNvSpPr/>
          <p:nvPr/>
        </p:nvSpPr>
        <p:spPr>
          <a:xfrm>
            <a:off x="377640" y="426960"/>
            <a:ext cx="265500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Curriculum Vitae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"/>
          <p:cNvSpPr/>
          <p:nvPr/>
        </p:nvSpPr>
        <p:spPr>
          <a:xfrm>
            <a:off x="377640" y="4399920"/>
            <a:ext cx="6803640" cy="80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Juan Pérez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Calle de la Industria 27, 4º B, 28045 Madrid, España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juan.perez@ejemplo.com  |  +34 612 345 678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linkedin.com/in/juanperez-ingenieria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3"/>
          <p:cNvSpPr/>
          <p:nvPr/>
        </p:nvSpPr>
        <p:spPr>
          <a:xfrm>
            <a:off x="377640" y="6110640"/>
            <a:ext cx="195156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Resumen Profesional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4"/>
          <p:cNvSpPr/>
          <p:nvPr/>
        </p:nvSpPr>
        <p:spPr>
          <a:xfrm>
            <a:off x="377640" y="6680520"/>
            <a:ext cx="6803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[professional_summary]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2859840" y="1571040"/>
            <a:ext cx="1980000" cy="225288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68" name=""/>
          <p:cNvSpPr/>
          <p:nvPr/>
        </p:nvSpPr>
        <p:spPr>
          <a:xfrm>
            <a:off x="3111840" y="1751040"/>
            <a:ext cx="1404000" cy="1440000"/>
          </a:xfrm>
          <a:prstGeom prst="smileyFace">
            <a:avLst>
              <a:gd name="adj" fmla="val 9282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69" name=""/>
          <p:cNvSpPr/>
          <p:nvPr/>
        </p:nvSpPr>
        <p:spPr>
          <a:xfrm>
            <a:off x="3255840" y="3299040"/>
            <a:ext cx="1260000" cy="360000"/>
          </a:xfrm>
          <a:prstGeom prst="rect">
            <a:avLst/>
          </a:prstGeom>
          <a:solidFill>
            <a:srgbClr val="ffffff"/>
          </a:solidFill>
          <a:ln w="0">
            <a:solidFill>
              <a:srgbClr val="8d281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PHOTO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1"/>
          <p:cNvSpPr/>
          <p:nvPr/>
        </p:nvSpPr>
        <p:spPr>
          <a:xfrm>
            <a:off x="377640" y="426960"/>
            <a:ext cx="214308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Experiencia Profesional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"/>
          <p:cNvSpPr/>
          <p:nvPr/>
        </p:nvSpPr>
        <p:spPr>
          <a:xfrm>
            <a:off x="377640" y="1068840"/>
            <a:ext cx="68036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Investigador Predoctoral - Laboratorio de CFD y Energías Renovables, UPM  |  Madrid, España  |  Sep 2022 - Jun 2023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"/>
          <p:cNvSpPr/>
          <p:nvPr/>
        </p:nvSpPr>
        <p:spPr>
          <a:xfrm>
            <a:off x="528840" y="152496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Desarrollo de modelos CFD Actuator-Line de alta fidelidad para aerogeneradores de eje vertical.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"/>
          <p:cNvSpPr/>
          <p:nvPr/>
        </p:nvSpPr>
        <p:spPr>
          <a:xfrm>
            <a:off x="528840" y="186660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Simulación de interacciones de estela en parques de hasta 12 turbinas; mejora del 15% en densidad de potencia.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5"/>
          <p:cNvSpPr/>
          <p:nvPr/>
        </p:nvSpPr>
        <p:spPr>
          <a:xfrm>
            <a:off x="528840" y="220932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Automatización de flujos de trabajo paramétricos con MATLAB/Python, reducción del 40% en tiempo de preparación.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6"/>
          <p:cNvSpPr/>
          <p:nvPr/>
        </p:nvSpPr>
        <p:spPr>
          <a:xfrm>
            <a:off x="377640" y="2693880"/>
            <a:ext cx="68036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Ingeniero CFD en Prácticas - Siemens Energy  |  Madrid, España  |  Jun 2022 - Ago 2022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7"/>
          <p:cNvSpPr/>
          <p:nvPr/>
        </p:nvSpPr>
        <p:spPr>
          <a:xfrm>
            <a:off x="528840" y="314964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Realización de simulaciones CFD estacionarias y transitorias de canales de refrigeración de turbinas de gas.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8"/>
          <p:cNvSpPr/>
          <p:nvPr/>
        </p:nvSpPr>
        <p:spPr>
          <a:xfrm>
            <a:off x="528840" y="349236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Validación de resultados frente a datos experimentales; desviación media inferior al 5%.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9"/>
          <p:cNvSpPr/>
          <p:nvPr/>
        </p:nvSpPr>
        <p:spPr>
          <a:xfrm>
            <a:off x="377640" y="3976920"/>
            <a:ext cx="68036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Ingeniero de Diseño Mecánico en Prácticas - Gamesa  |  Pamplona, España  |  Jun 2020 - Ago 2020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0"/>
          <p:cNvSpPr/>
          <p:nvPr/>
        </p:nvSpPr>
        <p:spPr>
          <a:xfrm>
            <a:off x="528840" y="443268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Asistencia en el análisis estructural de componentes de góndolas con ANSYS Mechanical.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1"/>
          <p:cNvSpPr/>
          <p:nvPr/>
        </p:nvSpPr>
        <p:spPr>
          <a:xfrm>
            <a:off x="528840" y="477540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Diseño y modelado CAD 3D de subconjuntos de transmisión en SolidWorks.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2"/>
          <p:cNvSpPr/>
          <p:nvPr/>
        </p:nvSpPr>
        <p:spPr>
          <a:xfrm>
            <a:off x="377640" y="5260320"/>
            <a:ext cx="102960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Educación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3"/>
          <p:cNvSpPr/>
          <p:nvPr/>
        </p:nvSpPr>
        <p:spPr>
          <a:xfrm>
            <a:off x="377640" y="5901480"/>
            <a:ext cx="680364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Máster Universitario en Ingeniería Mecánica (M.Sc.) - Universidad Politécnica de Madrid (UPM) - Sep 2021 - Jun 2023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4"/>
          <p:cNvSpPr/>
          <p:nvPr/>
        </p:nvSpPr>
        <p:spPr>
          <a:xfrm>
            <a:off x="528840" y="6300720"/>
            <a:ext cx="109260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[master_subjects]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5"/>
          <p:cNvSpPr/>
          <p:nvPr/>
        </p:nvSpPr>
        <p:spPr>
          <a:xfrm>
            <a:off x="377640" y="6699600"/>
            <a:ext cx="680364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Grado en Ingeniería Mecánica (B.Sc.) - Universidad de Sevilla - Sep 2016 - Jun 2020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6"/>
          <p:cNvSpPr/>
          <p:nvPr/>
        </p:nvSpPr>
        <p:spPr>
          <a:xfrm>
            <a:off x="528840" y="7098480"/>
            <a:ext cx="118008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[bachelor_subjects]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7"/>
          <p:cNvSpPr/>
          <p:nvPr/>
        </p:nvSpPr>
        <p:spPr>
          <a:xfrm>
            <a:off x="377640" y="7498080"/>
            <a:ext cx="2178000" cy="3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Habilidades y Proyectos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8"/>
          <p:cNvSpPr/>
          <p:nvPr/>
        </p:nvSpPr>
        <p:spPr>
          <a:xfrm>
            <a:off x="528840" y="806796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Experto en ANSYS Fluent, Python, MATLAB y SolidWorks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9"/>
          <p:cNvSpPr/>
          <p:nvPr/>
        </p:nvSpPr>
        <p:spPr>
          <a:xfrm>
            <a:off x="528840" y="841068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Idiomas: Español (Nativo), Inglés (Avanzado C1)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0"/>
          <p:cNvSpPr/>
          <p:nvPr/>
        </p:nvSpPr>
        <p:spPr>
          <a:xfrm>
            <a:off x="528840" y="875268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Optimización de estelas en parques eólicos de eje vertical (Tesis de Máster)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1"/>
          <p:cNvSpPr/>
          <p:nvPr/>
        </p:nvSpPr>
        <p:spPr>
          <a:xfrm>
            <a:off x="528840" y="9094320"/>
            <a:ext cx="66524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Bomba de agua solar para comunidades rurales (Trabajo Fin de Grado)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LibreOffice/25.8.6.2$Windows_X86_64 LibreOffice_project/b4b39682cd9868fa725bc664aff94278d315bd04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de-DE</dc:language>
  <cp:lastModifiedBy/>
  <dcterms:modified xsi:type="dcterms:W3CDTF">2026-06-02T00:13:25Z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