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66640" y="3321000"/>
            <a:ext cx="6425640" cy="22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4C3DB7-E4D9-4102-8299-11BFDD7A67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8000" y="249444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BBCCB0-2B4B-4363-8F3E-6009323269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0640" y="428040"/>
            <a:ext cx="1700640" cy="912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8000" y="427680"/>
            <a:ext cx="4977000" cy="912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42EF27-0F89-42A4-9F5B-7E6F624447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446798-A41E-4EED-9C07-57D24F34D1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96880" y="6870240"/>
            <a:ext cx="6425640" cy="21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96880" y="4531320"/>
            <a:ext cx="6425640" cy="23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0F6CD3-18E0-4EE9-9A23-114ABDB5B6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84264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70C362-B73E-44AC-A215-BD443F248B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78000" y="2392920"/>
            <a:ext cx="334008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78000" y="3390120"/>
            <a:ext cx="334008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3840120" y="2392920"/>
            <a:ext cx="334116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3840120" y="3390120"/>
            <a:ext cx="334116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48CAE0-4288-40CF-8E7A-16700043EE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7CC609-C900-4DA2-87D0-748F0AA352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1FC9DA-A07D-43C9-A596-AA770CB02D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378000" y="425880"/>
            <a:ext cx="6803640" cy="17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28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28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9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9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7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7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78000" y="424800"/>
            <a:ext cx="2486520" cy="181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955600" y="424800"/>
            <a:ext cx="4226040" cy="912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78000" y="2237040"/>
            <a:ext cx="2486520" cy="731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33BD2D-9C80-4F21-8DD6-1F0A1F087C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481400" y="7484400"/>
            <a:ext cx="4535640" cy="8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481400" y="955080"/>
            <a:ext cx="4535640" cy="641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481400" y="8367480"/>
            <a:ext cx="4535640" cy="12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15CFFC-37AE-4E73-AAB0-8AD3E1E996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77640" y="426960"/>
            <a:ext cx="17758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Lebenslauf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377640" y="3656880"/>
            <a:ext cx="68036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Johannes Schmidt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Musterstraße 42, 10115 Berlin, Deutschland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johannes.schmidt@beispiel.de  |  +49 (30) 9876-5432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linkedin.com/in/johannesschmidt-maschinenbau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77640" y="5691600"/>
            <a:ext cx="26424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Berufliche Zusammenfassung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77640" y="6261840"/>
            <a:ext cx="6803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[professional_summary]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844000" y="1080000"/>
            <a:ext cx="1980000" cy="22528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096000" y="1260000"/>
            <a:ext cx="1404000" cy="1440000"/>
          </a:xfrm>
          <a:prstGeom prst="smileyFace">
            <a:avLst>
              <a:gd name="adj" fmla="val 928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240000" y="2808000"/>
            <a:ext cx="126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8d28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PHOTO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377640" y="426960"/>
            <a:ext cx="154908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Berufserfahrung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377640" y="1068840"/>
            <a:ext cx="6803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Wissenschaftlicher Mitarbeiter - TU Berlin, Lehrstuhl für Erneuerbare Energien &amp; CFD  |  Berlin, Deutschland  |  Okt 2022 - Sep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28840" y="1524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Entwicklung hochauflösender Actuator-Line-CFD-Modelle für VAWTs mit ANSYS Fluent.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28840" y="18666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Simulation von Nachlaufinteraktionen in Arrays bis zu 12 Turbinen; 15% Leistungsdichtesteigerung.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528840" y="2209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Automatisierung parametrischer Workflows mit MATLAB/Python, 40% Zeitersparnis.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377640" y="269388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CFD-Ingenieur-Praktikant - Siemens Energy  |  Berlin / Mülheim an der Ruhr, Deutschland  |  Jun 2022 - Aug 2022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528840" y="314964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Durchführung stationärer und transienter CFD-Simulationen von Gasturbinen-Kühlkanälen.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528840" y="34923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Validierung der Ergebnisse anhand experimenteller Daten; mittlere Abweichung &lt;5%.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377640" y="397692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Konstruktionspraktikant - Nordex SE  |  Hamburg, Deutschland  |  Jun 2020 - Aug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28840" y="443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Unterstützung bei der Strukturanalyse von Gondelkomponenten mit ANSYS Mechanical.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28840" y="47754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Erstellung von 3D-CAD-Modellen von Antriebsstrang-Baugruppen in SolidWorks.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377640" y="5260320"/>
            <a:ext cx="11232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Ausbildung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377640" y="590148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of Science im Maschinenbau (M.Sc.) - Technische Universität Berlin - Okt 2021 - Sep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528840" y="6300720"/>
            <a:ext cx="1092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[master_subjects]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377640" y="669960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Bachelor of Science im Maschinenbau (B.Sc.) - RWTH Aachen - Okt 2016 - Sep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528840" y="7098480"/>
            <a:ext cx="1180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[bachelor_subjects]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377640" y="7498080"/>
            <a:ext cx="20851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Fähigkeiten &amp; Projekte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528840" y="8067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Experte in ANSYS Fluent, Python, MATLAB und SolidWorks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528840" y="8410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Sprachen: Deutsch (Muttersprache), Englisch (Verhandlungssicher C1)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528840" y="875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Optimierung der Anordnung von VAWTs (Masterarbeit)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528840" y="9094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Solarbetriebene Wasserpumpe für ländliche Gemeinden (Bachelorarbeit)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2026-06-02T00:10:16Z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