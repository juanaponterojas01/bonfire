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CBF206-D069-4C31-8931-1FEE6107CD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86202C-07B9-4E1C-9C2D-5CA3DD6B1C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F7202AC-6AA1-49E3-BAAB-5F3BAC621D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CD9A99-4BD8-4BDB-8D05-E713A44311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813E27-2759-430E-8900-3AD9D3D11E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BB1FB8-C820-4B79-9BC3-E7A1C44FA4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44A917-29BF-40FC-AED6-63304AB07C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2524B52-494A-4CB6-8689-98FB2BC9AF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7868D2-7CE5-452F-A796-8EC3117EA7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83E185-EE77-440B-AD4A-1A270D2041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5B6FC6-83BD-4973-8F17-41702A52D0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640080" y="365760"/>
            <a:ext cx="7863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Lebenslauf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640080" y="1463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Berufliche Zusammenfassung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640080" y="178308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640080" y="265176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Bachelor-Ausbildung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640080" y="297180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640080" y="384048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Master-Ausbildung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640080" y="416052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660000" y="360000"/>
            <a:ext cx="1620000" cy="19800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948000" y="540000"/>
            <a:ext cx="1080000" cy="1062720"/>
          </a:xfrm>
          <a:prstGeom prst="smileyFace">
            <a:avLst>
              <a:gd name="adj" fmla="val 9282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6840000" y="1800000"/>
            <a:ext cx="126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8d281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PHOTO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de-DE</dc:language>
  <cp:lastModifiedBy/>
  <dcterms:modified xsi:type="dcterms:W3CDTF">2026-06-01T21:14:12Z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