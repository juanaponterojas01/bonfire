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7559675" cy="10691813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66640" y="3321000"/>
            <a:ext cx="6425640" cy="2291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4C3DB7-E4D9-4102-8299-11BFDD7A67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378000" y="250164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5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5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60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3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20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7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78000" y="2494440"/>
            <a:ext cx="6803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BBCCB0-2B4B-4363-8F3E-6009323269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80640" y="428040"/>
            <a:ext cx="1700640" cy="912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78000" y="427680"/>
            <a:ext cx="4977000" cy="912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42EF27-0F89-42A4-9F5B-7E6F624447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78000" y="2494800"/>
            <a:ext cx="6803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446798-A41E-4EED-9C07-57D24F34D1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96880" y="6870240"/>
            <a:ext cx="6425640" cy="212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96880" y="4531320"/>
            <a:ext cx="6425640" cy="233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0F6CD3-18E0-4EE9-9A23-114ABDB5B6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78000" y="2494800"/>
            <a:ext cx="3338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3842640" y="2494800"/>
            <a:ext cx="3338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70C362-B73E-44AC-A215-BD443F248B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78000" y="2392920"/>
            <a:ext cx="3340080" cy="99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78000" y="3390120"/>
            <a:ext cx="3340080" cy="615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3840120" y="2392920"/>
            <a:ext cx="3341160" cy="99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3840120" y="3390120"/>
            <a:ext cx="3341160" cy="615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48CAE0-4288-40CF-8E7A-16700043EE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7CC609-C900-4DA2-87D0-748F0AA352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378000" y="250164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5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5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60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3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20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7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1FC9DA-A07D-43C9-A596-AA770CB02D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title"/>
          </p:nvPr>
        </p:nvSpPr>
        <p:spPr>
          <a:xfrm>
            <a:off x="378000" y="425880"/>
            <a:ext cx="6803640" cy="17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281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en-US" sz="281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378000" y="250128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2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9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9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76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74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74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3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88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78000" y="424800"/>
            <a:ext cx="2486520" cy="18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2955600" y="424800"/>
            <a:ext cx="4226040" cy="912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378000" y="2237040"/>
            <a:ext cx="2486520" cy="731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33BD2D-9C80-4F21-8DD6-1F0A1F087C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481400" y="7484400"/>
            <a:ext cx="4535640" cy="88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481400" y="955080"/>
            <a:ext cx="4535640" cy="641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22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76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3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88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1481400" y="8367480"/>
            <a:ext cx="4535640" cy="12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5CFFC-37AE-4E73-AAB0-8AD3E1E996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377640" y="426960"/>
            <a:ext cx="177588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Lebenslauf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377640" y="3656880"/>
            <a:ext cx="6803640" cy="8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Pepito Perez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742 Maple Avenue, Apt 3B, Cambridge, MA 02139, USA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pepito.perez@example.com  |  +1 (555) 123-4567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linkedin.com/in/johnsmith-mech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377640" y="5691600"/>
            <a:ext cx="26424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Berufliche Zusammenfassung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"/>
          <p:cNvSpPr/>
          <p:nvPr/>
        </p:nvSpPr>
        <p:spPr>
          <a:xfrm>
            <a:off x="377640" y="6261840"/>
            <a:ext cx="6803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2844000" y="1080000"/>
            <a:ext cx="1980000" cy="22528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096000" y="1260000"/>
            <a:ext cx="1404000" cy="1440000"/>
          </a:xfrm>
          <a:prstGeom prst="smileyFace">
            <a:avLst>
              <a:gd name="adj" fmla="val 9282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3240000" y="2808000"/>
            <a:ext cx="126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8d281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PHOTO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377640" y="426960"/>
            <a:ext cx="15490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Berufserfahrung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377640" y="1068840"/>
            <a:ext cx="68036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Graduate Research Assistant - MIT Renewable Energy CFD Lab  |  Cambridge, MA, USA  |  Sep 2022 - Jun 2023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528840" y="15249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Developed high-fidelity actuator-line CFD models for vertical-axis wind turbines using ANSYS Fluent.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528840" y="186660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Simulated wake interactions in arrays up to 12 turbines, improving array power density by 15%.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528840" y="220932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Automated parametric sweep workflows with MATLAB/Python, reducing setup time by 40%.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377640" y="269388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CFD Engineering Intern - Siemens Energy  |  Orlando, FL, USA  |  Jun 2022 - Aug 2022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7"/>
          <p:cNvSpPr/>
          <p:nvPr/>
        </p:nvSpPr>
        <p:spPr>
          <a:xfrm>
            <a:off x="528840" y="314964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Performed steady-state and transient CFD simulations of gas turbine cooling channels.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8"/>
          <p:cNvSpPr/>
          <p:nvPr/>
        </p:nvSpPr>
        <p:spPr>
          <a:xfrm>
            <a:off x="528840" y="34923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Validated simulation results against experimental data with &lt;5% average deviation.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377640" y="397692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Mechanical Design Intern - Vestas Wind Systems  |  Portland, OR, USA  |  Jun 2020 - Aug 2020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528840" y="4432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Assisted in structural analysis of wind turbine nacelle components using ANSYS Mechanical.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28840" y="477540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Designed 3D CAD models of drivetrain sub-assemblies in SolidWorks.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377640" y="5260320"/>
            <a:ext cx="11232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Ausbildung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3"/>
          <p:cNvSpPr/>
          <p:nvPr/>
        </p:nvSpPr>
        <p:spPr>
          <a:xfrm>
            <a:off x="377640" y="590148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of Science in Mechanical Engineering - Massachusetts Institute of Technology (MIT) - Sep 2021 - Jun 2023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28840" y="6300720"/>
            <a:ext cx="10926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[master_subjects]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377640" y="669960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Bachelor of Science in Mechanical Engineering - University of Michigan - Sep 2016 - May 2020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528840" y="7098480"/>
            <a:ext cx="1180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[bachelor_subjects]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7"/>
          <p:cNvSpPr/>
          <p:nvPr/>
        </p:nvSpPr>
        <p:spPr>
          <a:xfrm>
            <a:off x="377640" y="7498080"/>
            <a:ext cx="208512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Fähigkeiten &amp; Projekte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8"/>
          <p:cNvSpPr/>
          <p:nvPr/>
        </p:nvSpPr>
        <p:spPr>
          <a:xfrm>
            <a:off x="528840" y="80679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Expert in ANSYS Fluent, Python, MATLAB, and SolidWorks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528840" y="8410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Languages: English (Native), German (Intermediate B1)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0"/>
          <p:cNvSpPr/>
          <p:nvPr/>
        </p:nvSpPr>
        <p:spPr>
          <a:xfrm>
            <a:off x="528840" y="8752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VAWT Array Wake Optimization (Master's Thesis)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1"/>
          <p:cNvSpPr/>
          <p:nvPr/>
        </p:nvSpPr>
        <p:spPr>
          <a:xfrm>
            <a:off x="528840" y="909432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Solar-Powered Water Pump for Rural Communities (B.Sc. Capstone)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de-DE</dc:language>
  <cp:lastModifiedBy/>
  <dcterms:modified xsi:type="dcterms:W3CDTF">2026-06-02T00:10:16Z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