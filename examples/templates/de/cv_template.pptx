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Calibri"/>
              </a:defRPr>
            </a:pPr>
            <a:r>
              <a:t>Lebenslauf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latin typeface="Calibri"/>
              </a:defRPr>
            </a:pPr>
            <a:r>
              <a:t>Berufliche Zusammenfassung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latin typeface="Calibri"/>
              </a:defRPr>
            </a:pPr>
            <a:r>
              <a:t>[professional_summary]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latin typeface="Calibri"/>
              </a:defRPr>
            </a:pPr>
            <a:r>
              <a:t>Bachelor-Ausbildung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7180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latin typeface="Calibri"/>
              </a:defRPr>
            </a:pPr>
            <a:r>
              <a:t>[bachelor_subjects]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latin typeface="Calibri"/>
              </a:defRPr>
            </a:pPr>
            <a:r>
              <a:t>Master-Ausbildung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052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latin typeface="Calibri"/>
              </a:defRPr>
            </a:pPr>
            <a:r>
              <a:t>[master_subjects]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