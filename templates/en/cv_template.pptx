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EF68E2-1C4B-4D5C-9CB6-BAA5ED7AAE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29E27F-561B-4A68-B316-4146FA7541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39DF4C-A2DA-4003-BE4F-EDEEC3F0D3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91FC0E-DD66-427E-A4EE-51B0CBA157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0085E-2FD5-4317-82EF-DF65749E88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6349A1-19DB-4320-AFFB-E13B5F2E3C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D798EF-E5C3-4F4B-8D52-C75DB317F2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8FCBB1-0E01-4E82-832D-0435A47D29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F73973-9A90-40A3-833B-AA7F852919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378000" y="426600"/>
            <a:ext cx="6803640" cy="17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B941D5-634F-4BEF-A7FD-ADA489E1BA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CD72EF-425A-484E-A6C5-129A50D8AA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J.Aponte_Foto.jpg"/>
          <p:cNvPicPr/>
          <p:nvPr/>
        </p:nvPicPr>
        <p:blipFill>
          <a:blip r:embed="rId1"/>
          <a:stretch/>
        </p:blipFill>
        <p:spPr>
          <a:xfrm>
            <a:off x="720000" y="540000"/>
            <a:ext cx="1440000" cy="19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2"/>
          <p:cNvSpPr/>
          <p:nvPr/>
        </p:nvSpPr>
        <p:spPr>
          <a:xfrm>
            <a:off x="2628000" y="612000"/>
            <a:ext cx="431964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[personal_info_name]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628000" y="972000"/>
            <a:ext cx="431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[personal_info_title]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628000" y="1332000"/>
            <a:ext cx="43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Email:      [personal_info_email]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2628000" y="1512000"/>
            <a:ext cx="43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Phone:      [personal_info_phone]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2628000" y="1692000"/>
            <a:ext cx="43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Address:    [personal_info_address]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2628000" y="1872000"/>
            <a:ext cx="43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LinkedIn:   [personal_info_linkedin]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720000" y="2700000"/>
            <a:ext cx="6119640" cy="187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720000" y="2844000"/>
            <a:ext cx="6119640" cy="187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20000" y="2916000"/>
            <a:ext cx="611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PROFESSIONAL SUMMARY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720000" y="3204000"/>
            <a:ext cx="611964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[professional_summary]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720000" y="4212000"/>
            <a:ext cx="6119640" cy="187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20000" y="4284000"/>
            <a:ext cx="611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WORK EXPERIENCE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720000" y="4572000"/>
            <a:ext cx="125964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[work_exp_1_date]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[work_exp_1_location]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2160000" y="4572000"/>
            <a:ext cx="467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[work_exp_1_title]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2160000" y="4788000"/>
            <a:ext cx="467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[work_descriptions:work_exp_1]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720000" y="5832000"/>
            <a:ext cx="12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[work_exp_2_date]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[work_exp_2_location]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2160000" y="5832000"/>
            <a:ext cx="467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[work_exp_2_title]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2160000" y="6048000"/>
            <a:ext cx="467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[work_descriptions:work_exp_2]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720000" y="7092000"/>
            <a:ext cx="12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[work_exp_3_date]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[work_exp_3_location]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2160000" y="7092000"/>
            <a:ext cx="467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[work_exp_3_title]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2160000" y="7308000"/>
            <a:ext cx="467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[work_descriptions:work_exp_3]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720000" y="8352000"/>
            <a:ext cx="12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[work_exp_4_date]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[work_exp_4_location]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2160000" y="8352000"/>
            <a:ext cx="467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[work_exp_4_title]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2160000" y="8568000"/>
            <a:ext cx="467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[work_descriptions:work_exp_4]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720000" y="10260000"/>
            <a:ext cx="61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Page 1 of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6"/>
          <p:cNvSpPr/>
          <p:nvPr/>
        </p:nvSpPr>
        <p:spPr>
          <a:xfrm>
            <a:off x="720000" y="10260000"/>
            <a:ext cx="611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Page 2 of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feld 6"/>
          <p:cNvSpPr/>
          <p:nvPr/>
        </p:nvSpPr>
        <p:spPr>
          <a:xfrm>
            <a:off x="360000" y="3342960"/>
            <a:ext cx="7200000" cy="45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Weiterbildung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PyTorch for Deep Learning Bootcamp, ZTM Academy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Ein praxisorientierter Kurs zu Deep Learning mit PyTorch, einschließlich Modellaufbau, Training und Durchführung in reale Anwendungen.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Relevante Projekte</a:t>
            </a:r>
            <a:br>
              <a:rPr sz="1400"/>
            </a:b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457200">
              <a:lnSpc>
                <a:spcPct val="100000"/>
              </a:lnSpc>
              <a:buClr>
                <a:srgbClr val="002060"/>
              </a:buClr>
              <a:buFont typeface="Symbol" charset="2"/>
              <a:buChar char=""/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[selected_projects]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457200">
              <a:lnSpc>
                <a:spcPct val="100000"/>
              </a:lnSpc>
              <a:buClr>
                <a:srgbClr val="002060"/>
              </a:buClr>
              <a:buFont typeface="Symbol" charset="2"/>
              <a:buChar char=""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Kentnisse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457200">
              <a:lnSpc>
                <a:spcPct val="100000"/>
              </a:lnSpc>
              <a:buClr>
                <a:srgbClr val="002060"/>
              </a:buClr>
              <a:buFont typeface="Symbol" charset="2"/>
              <a:buChar char=""/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[skills]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Sonstige Leistungen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06/2019 – 10/2020, Usingen : Kultureller Austausch in Deutschland als Au-Pair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2026-05-04T12:18:44Z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