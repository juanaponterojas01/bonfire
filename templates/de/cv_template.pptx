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custom.xml" ContentType="application/vnd.openxmlformats-officedocument.custom-properties+xml"/>
  <Override PartName="/docProps/core.xml" ContentType="application/vnd.openxmlformats-package.core-properties+xml"/>
  <Override PartName="/docProps/app.xml" ContentType="application/vnd.openxmlformats-officedocument.extended-properties+xml"/>
  <Override PartName="/ppt/theme/theme1.xml" ContentType="application/vnd.openxmlformats-officedocument.theme+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presProps.xml" ContentType="application/vnd.openxmlformats-officedocument.presentationml.presProps+xml"/>
  <Override PartName="/ppt/slides/slide1.xml" ContentType="application/vnd.openxmlformats-officedocument.presentationml.slide+xml"/>
  <Override PartName="/ppt/slides/slide2.xml" ContentType="application/vnd.openxmlformats-officedocument.presentationml.slide+xml"/>
</Types>
</file>

<file path=_rels/.rels><?xml version="1.0" encoding="UTF-8"?>
<Relationships xmlns="http://schemas.openxmlformats.org/package/2006/relationships"><Relationship Id="rId1" Type="http://schemas.openxmlformats.org/package/2006/relationships/metadata/core-properties" Target="docProps/core.xml"/><Relationship Id="rId2" Type="http://schemas.openxmlformats.org/officeDocument/2006/relationships/extended-properties" Target="docProps/app.xml"/><Relationship Id="rId3" Type="http://schemas.openxmlformats.org/officeDocument/2006/relationships/custom-properties" Target="docProps/custom.xml"/><Relationship Id="rId4" Type="http://schemas.openxmlformats.org/officeDocument/2006/relationships/officeDocument" Target="ppt/presentation.xml"/>
</Relationships>
</file>

<file path=ppt/presentation.xml><?xml version="1.0" encoding="utf-8"?>
<p:presentation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sldMasterIdLst>
    <p:sldMasterId id="2147483648" r:id="rId2"/>
  </p:sldMasterIdLst>
  <p:sldIdLst>
    <p:sldId id="256" r:id="rId3"/>
    <p:sldId id="257" r:id="rId4"/>
  </p:sldIdLst>
  <p:sldSz cx="6858000" cy="9906000"/>
  <p:notesSz cx="7559675" cy="10691813"/>
</p:presentation>
</file>

<file path=ppt/presProps.xml><?xml version="1.0" encoding="utf-8"?>
<p:presentationPr xmlns:a="http://schemas.openxmlformats.org/drawingml/2006/main" xmlns:p="http://schemas.openxmlformats.org/presentationml/2006/main" xmlns:r="http://schemas.openxmlformats.org/officeDocument/2006/relationships">
  <p:showPr showNarration="1"/>
</p:presentationPr>
</file>

<file path=ppt/_rels/presentation.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Master" Target="slideMasters/slideMaster1.xml"/><Relationship Id="rId3" Type="http://schemas.openxmlformats.org/officeDocument/2006/relationships/slide" Target="slides/slide1.xml"/><Relationship Id="rId4" Type="http://schemas.openxmlformats.org/officeDocument/2006/relationships/slide" Target="slides/slide2.xml"/><Relationship Id="rId5" Type="http://schemas.openxmlformats.org/officeDocument/2006/relationships/presProps" Target="presProps.xml"/>
</Relationships>
</file>

<file path=ppt/slideLayouts/_rels/slideLayout1.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2.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3.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4.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5.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6.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7.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8.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9.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0.xml.rels><?xml version="1.0" encoding="UTF-8"?>
<Relationships xmlns="http://schemas.openxmlformats.org/package/2006/relationships"><Relationship Id="rId1" Type="http://schemas.openxmlformats.org/officeDocument/2006/relationships/slideMaster" Target="../slideMasters/slideMaster1.xml"/>
</Relationships>
</file>

<file path=ppt/slideLayouts/_rels/slideLayout11.xml.rels><?xml version="1.0" encoding="UTF-8"?>
<Relationships xmlns="http://schemas.openxmlformats.org/package/2006/relationships"><Relationship Id="rId1" Type="http://schemas.openxmlformats.org/officeDocument/2006/relationships/slideMaster" Target="../slideMasters/slideMaster1.xml"/>
</Relationships>
</file>

<file path=ppt/slideLayouts/slideLayout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 preserve="1">
  <p:cSld name="Titelfolie">
    <p:bg>
      <p:bgPr>
        <a:solidFill>
          <a:srgbClr val="ffffff"/>
        </a:solidFill>
      </p:bgPr>
    </p:bg>
    <p:spTree>
      <p:nvGrpSpPr>
        <p:cNvPr id="1" name=""/>
        <p:cNvGrpSpPr/>
        <p:nvPr/>
      </p:nvGrpSpPr>
      <p:grpSpPr>
        <a:xfrm>
          <a:off x="0" y="0"/>
          <a:ext cx="0" cy="0"/>
          <a:chOff x="0" y="0"/>
          <a:chExt cx="0" cy="0"/>
        </a:xfrm>
      </p:grpSpPr>
      <p:sp>
        <p:nvSpPr>
          <p:cNvPr id="2" name="PlaceHolder 1"/>
          <p:cNvSpPr>
            <a:spLocks noGrp="1"/>
          </p:cNvSpPr>
          <p:nvPr>
            <p:ph type="title"/>
          </p:nvPr>
        </p:nvSpPr>
        <p:spPr>
          <a:xfrm>
            <a:off x="514440" y="1621080"/>
            <a:ext cx="5825160" cy="3444480"/>
          </a:xfrm>
          <a:prstGeom prst="rect">
            <a:avLst/>
          </a:prstGeom>
          <a:noFill/>
          <a:ln w="0">
            <a:noFill/>
          </a:ln>
        </p:spPr>
        <p:txBody>
          <a:bodyPr lIns="91440" rIns="91440" tIns="45720" bIns="45720" anchor="b">
            <a:noAutofit/>
          </a:bodyPr>
          <a:p>
            <a:pPr indent="0" algn="ctr" defTabSz="685800">
              <a:lnSpc>
                <a:spcPct val="90000"/>
              </a:lnSpc>
              <a:buNone/>
              <a:tabLst>
                <a:tab algn="l" pos="0"/>
              </a:tabLst>
            </a:pPr>
            <a:r>
              <a:rPr lang="de-DE" sz="4500" b="0" u="none" strike="noStrike">
                <a:solidFill>
                  <a:schemeClr val="dk1"/>
                </a:solidFill>
                <a:effectLst/>
                <a:uFillTx/>
                <a:latin typeface="Calibri Light"/>
              </a:rPr>
              <a:t>Mastertitelformat bearbeiten</a:t>
            </a:r>
            <a:endParaRPr lang="de-DE" sz="4500" b="0" u="none" strike="noStrike">
              <a:solidFill>
                <a:srgbClr val="000000"/>
              </a:solidFill>
              <a:effectLst/>
              <a:uFillTx/>
              <a:latin typeface="Arial"/>
            </a:endParaRPr>
          </a:p>
        </p:txBody>
      </p:sp>
      <p:sp>
        <p:nvSpPr>
          <p:cNvPr id="3" name="PlaceHolder 2"/>
          <p:cNvSpPr>
            <a:spLocks noGrp="1"/>
          </p:cNvSpPr>
          <p:nvPr>
            <p:ph type="dt" idx="1"/>
          </p:nvPr>
        </p:nvSpPr>
        <p:spPr>
          <a:xfrm>
            <a:off x="471600" y="9181440"/>
            <a:ext cx="1538640" cy="5230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de-DE" sz="900" b="0" u="none" strike="noStrike">
                <a:solidFill>
                  <a:schemeClr val="dk1">
                    <a:tint val="75000"/>
                  </a:schemeClr>
                </a:solidFill>
                <a:effectLst/>
                <a:uFillTx/>
                <a:latin typeface="Calibri"/>
              </a:rPr>
              <a:t>&lt;Datum/Uhrzeit&gt;</a:t>
            </a:r>
            <a:endParaRPr lang="de-DE" sz="900" b="0" u="none" strike="noStrike">
              <a:solidFill>
                <a:srgbClr val="000000"/>
              </a:solidFill>
              <a:effectLst/>
              <a:uFillTx/>
              <a:latin typeface="Times New Roman"/>
            </a:endParaRPr>
          </a:p>
        </p:txBody>
      </p:sp>
      <p:sp>
        <p:nvSpPr>
          <p:cNvPr id="4" name="PlaceHolder 3"/>
          <p:cNvSpPr>
            <a:spLocks noGrp="1"/>
          </p:cNvSpPr>
          <p:nvPr>
            <p:ph type="ftr" idx="2"/>
          </p:nvPr>
        </p:nvSpPr>
        <p:spPr>
          <a:xfrm>
            <a:off x="2271600" y="9181440"/>
            <a:ext cx="2310120" cy="523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de-DE" sz="1400" b="0" u="none" strike="noStrike">
                <a:solidFill>
                  <a:srgbClr val="000000"/>
                </a:solidFill>
                <a:effectLst/>
                <a:uFillTx/>
                <a:latin typeface="Times New Roman"/>
              </a:defRPr>
            </a:lvl1pPr>
          </a:lstStyle>
          <a:p>
            <a:pPr indent="0" algn="ctr">
              <a:lnSpc>
                <a:spcPct val="100000"/>
              </a:lnSpc>
              <a:buNone/>
              <a:tabLst>
                <a:tab algn="l" pos="0"/>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5" name="PlaceHolder 4"/>
          <p:cNvSpPr>
            <a:spLocks noGrp="1"/>
          </p:cNvSpPr>
          <p:nvPr>
            <p:ph type="sldNum" idx="3"/>
          </p:nvPr>
        </p:nvSpPr>
        <p:spPr>
          <a:xfrm>
            <a:off x="4843440" y="9181440"/>
            <a:ext cx="1538640" cy="5230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41C06199-0240-4CA2-88AA-04DDC73D7E93}" type="slidenum">
              <a:rPr lang="de-DE" sz="900" b="0" u="none" strike="noStrike">
                <a:solidFill>
                  <a:schemeClr val="dk1">
                    <a:tint val="75000"/>
                  </a:schemeClr>
                </a:solidFill>
                <a:effectLst/>
                <a:uFillTx/>
                <a:latin typeface="Calibri"/>
              </a:rPr>
              <a:t>&lt;Foliennummer&gt;</a:t>
            </a:fld>
            <a:endParaRPr lang="de-DE" sz="900" b="0" u="none" strike="noStrike">
              <a:solidFill>
                <a:srgbClr val="000000"/>
              </a:solidFill>
              <a:effectLst/>
              <a:uFillTx/>
              <a:latin typeface="Times New Roman"/>
            </a:endParaRPr>
          </a:p>
        </p:txBody>
      </p:sp>
      <p:sp>
        <p:nvSpPr>
          <p:cNvPr id="6" name="PlaceHolder 5"/>
          <p:cNvSpPr>
            <a:spLocks noGrp="1"/>
          </p:cNvSpPr>
          <p:nvPr>
            <p:ph type="body"/>
          </p:nvPr>
        </p:nvSpPr>
        <p:spPr>
          <a:xfrm>
            <a:off x="342720" y="2317680"/>
            <a:ext cx="6167880" cy="5740920"/>
          </a:xfrm>
          <a:prstGeom prst="rect">
            <a:avLst/>
          </a:prstGeom>
          <a:noFill/>
          <a:ln w="0">
            <a:noFill/>
          </a:ln>
        </p:spPr>
        <p:txBody>
          <a:bodyPr lIns="0" rIns="0" tIns="0" bIns="0" anchor="t">
            <a:normAutofit/>
          </a:bodyPr>
          <a:p>
            <a:pPr marL="432000" indent="-324000">
              <a:lnSpc>
                <a:spcPct val="90000"/>
              </a:lnSpc>
              <a:spcBef>
                <a:spcPts val="1417"/>
              </a:spcBef>
              <a:buClr>
                <a:srgbClr val="000000"/>
              </a:buClr>
              <a:buSzPct val="45000"/>
              <a:buFont typeface="Wingdings" charset="2"/>
              <a:buChar char=""/>
            </a:pPr>
            <a:r>
              <a:rPr lang="en-US" sz="2100" b="0" u="none" strike="noStrike">
                <a:solidFill>
                  <a:schemeClr val="dk1"/>
                </a:solidFill>
                <a:effectLst/>
                <a:uFillTx/>
                <a:latin typeface="Calibri"/>
              </a:rPr>
              <a:t>Format des Gliederungstextes durch Klicken bearbeiten</a:t>
            </a:r>
            <a:endParaRPr lang="de-DE" sz="2100" b="0" u="none" strike="noStrike">
              <a:solidFill>
                <a:srgbClr val="000000"/>
              </a:solidFill>
              <a:effectLst/>
              <a:uFillTx/>
              <a:latin typeface="Arial"/>
            </a:endParaRPr>
          </a:p>
          <a:p>
            <a:pPr marL="864000" lvl="1" indent="-324000">
              <a:lnSpc>
                <a:spcPct val="90000"/>
              </a:lnSpc>
              <a:spcBef>
                <a:spcPts val="1134"/>
              </a:spcBef>
              <a:buClr>
                <a:srgbClr val="000000"/>
              </a:buClr>
              <a:buSzPct val="75000"/>
              <a:buFont typeface="Symbol" charset="2"/>
              <a:buChar char=""/>
            </a:pPr>
            <a:r>
              <a:rPr lang="en-US" sz="1500" b="0" u="none" strike="noStrike">
                <a:solidFill>
                  <a:schemeClr val="dk1"/>
                </a:solidFill>
                <a:effectLst/>
                <a:uFillTx/>
                <a:latin typeface="Calibri"/>
              </a:rPr>
              <a:t>Zweite Gliederungsebene</a:t>
            </a:r>
            <a:endParaRPr lang="de-DE" sz="1500" b="0" u="none" strike="noStrike">
              <a:solidFill>
                <a:srgbClr val="000000"/>
              </a:solidFill>
              <a:effectLst/>
              <a:uFillTx/>
              <a:latin typeface="Arial"/>
            </a:endParaRPr>
          </a:p>
          <a:p>
            <a:pPr marL="1296000" lvl="2" indent="-288000">
              <a:lnSpc>
                <a:spcPct val="90000"/>
              </a:lnSpc>
              <a:spcBef>
                <a:spcPts val="850"/>
              </a:spcBef>
              <a:buClr>
                <a:srgbClr val="000000"/>
              </a:buClr>
              <a:buSzPct val="45000"/>
              <a:buFont typeface="Wingdings" charset="2"/>
              <a:buChar char=""/>
            </a:pPr>
            <a:r>
              <a:rPr lang="en-US" sz="1350" b="0" u="none" strike="noStrike">
                <a:solidFill>
                  <a:schemeClr val="dk1"/>
                </a:solidFill>
                <a:effectLst/>
                <a:uFillTx/>
                <a:latin typeface="Calibri"/>
              </a:rPr>
              <a:t>Dritte Gliederungsebene</a:t>
            </a:r>
            <a:endParaRPr lang="de-DE" sz="1350" b="0" u="none" strike="noStrike">
              <a:solidFill>
                <a:srgbClr val="000000"/>
              </a:solidFill>
              <a:effectLst/>
              <a:uFillTx/>
              <a:latin typeface="Arial"/>
            </a:endParaRPr>
          </a:p>
          <a:p>
            <a:pPr marL="1728000" lvl="3" indent="-216000">
              <a:lnSpc>
                <a:spcPct val="90000"/>
              </a:lnSpc>
              <a:spcBef>
                <a:spcPts val="567"/>
              </a:spcBef>
              <a:buClr>
                <a:srgbClr val="000000"/>
              </a:buClr>
              <a:buSzPct val="75000"/>
              <a:buFont typeface="Symbol" charset="2"/>
              <a:buChar char=""/>
            </a:pPr>
            <a:r>
              <a:rPr lang="en-US" sz="1350" b="0" u="none" strike="noStrike">
                <a:solidFill>
                  <a:schemeClr val="dk1"/>
                </a:solidFill>
                <a:effectLst/>
                <a:uFillTx/>
                <a:latin typeface="Calibri"/>
              </a:rPr>
              <a:t>Vierte Gliederungsebene</a:t>
            </a:r>
            <a:endParaRPr lang="de-DE" sz="1350" b="0" u="none" strike="noStrike">
              <a:solidFill>
                <a:srgbClr val="000000"/>
              </a:solidFill>
              <a:effectLst/>
              <a:uFillTx/>
              <a:latin typeface="Arial"/>
            </a:endParaRPr>
          </a:p>
          <a:p>
            <a:pPr marL="2160000" lvl="4"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Fünfte Gliederungsebene</a:t>
            </a:r>
            <a:endParaRPr lang="de-DE" sz="2000" b="0" u="none" strike="noStrike">
              <a:solidFill>
                <a:srgbClr val="000000"/>
              </a:solidFill>
              <a:effectLst/>
              <a:uFillTx/>
              <a:latin typeface="Arial"/>
            </a:endParaRPr>
          </a:p>
          <a:p>
            <a:pPr marL="2592000" lvl="5"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Sechste Gliederungsebene</a:t>
            </a:r>
            <a:endParaRPr lang="de-DE" sz="2000" b="0" u="none" strike="noStrike">
              <a:solidFill>
                <a:srgbClr val="000000"/>
              </a:solidFill>
              <a:effectLst/>
              <a:uFillTx/>
              <a:latin typeface="Arial"/>
            </a:endParaRPr>
          </a:p>
          <a:p>
            <a:pPr marL="3024000" lvl="6" indent="-216000">
              <a:lnSpc>
                <a:spcPct val="90000"/>
              </a:lnSpc>
              <a:spcBef>
                <a:spcPts val="283"/>
              </a:spcBef>
              <a:buClr>
                <a:srgbClr val="000000"/>
              </a:buClr>
              <a:buSzPct val="45000"/>
              <a:buFont typeface="Wingdings" charset="2"/>
              <a:buChar char=""/>
            </a:pPr>
            <a:r>
              <a:rPr lang="en-US" sz="2000" b="0" u="none" strike="noStrike">
                <a:solidFill>
                  <a:schemeClr val="dk1"/>
                </a:solidFill>
                <a:effectLst/>
                <a:uFillTx/>
                <a:latin typeface="Calibri"/>
              </a:rPr>
              <a:t>Siebte Gliederungsebene</a:t>
            </a:r>
            <a:endParaRPr lang="de-DE" sz="2000" b="0" u="none" strike="noStrike">
              <a:solidFill>
                <a:srgbClr val="000000"/>
              </a:solidFill>
              <a:effectLst/>
              <a:uFillTx/>
              <a:latin typeface="Arial"/>
            </a:endParaRPr>
          </a:p>
        </p:txBody>
      </p:sp>
    </p:spTree>
  </p:cSld>
</p:sldLayout>
</file>

<file path=ppt/slideLayouts/slideLayout2.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x" preserve="1">
  <p:cSld name="Titel und vertikaler Text">
    <p:bg>
      <p:bgPr>
        <a:solidFill>
          <a:srgbClr val="ffffff"/>
        </a:solidFill>
      </p:bgPr>
    </p:bg>
    <p:spTree>
      <p:nvGrpSpPr>
        <p:cNvPr id="1" name=""/>
        <p:cNvGrpSpPr/>
        <p:nvPr/>
      </p:nvGrpSpPr>
      <p:grpSpPr>
        <a:xfrm>
          <a:off x="0" y="0"/>
          <a:ext cx="0" cy="0"/>
          <a:chOff x="0" y="0"/>
          <a:chExt cx="0" cy="0"/>
        </a:xfrm>
      </p:grpSpPr>
      <p:sp>
        <p:nvSpPr>
          <p:cNvPr id="7" name="PlaceHolder 1"/>
          <p:cNvSpPr>
            <a:spLocks noGrp="1"/>
          </p:cNvSpPr>
          <p:nvPr>
            <p:ph type="title"/>
          </p:nvPr>
        </p:nvSpPr>
        <p:spPr>
          <a:xfrm>
            <a:off x="471600" y="527400"/>
            <a:ext cx="5910840" cy="1910520"/>
          </a:xfrm>
          <a:prstGeom prst="rect">
            <a:avLst/>
          </a:prstGeom>
          <a:noFill/>
          <a:ln w="0">
            <a:noFill/>
          </a:ln>
        </p:spPr>
        <p:txBody>
          <a:bodyPr lIns="91440" rIns="91440" tIns="45720" bIns="45720" anchor="ctr">
            <a:noAutofit/>
          </a:bodyPr>
          <a:p>
            <a:pPr indent="0" defTabSz="685800">
              <a:lnSpc>
                <a:spcPct val="90000"/>
              </a:lnSpc>
              <a:buNone/>
              <a:tabLst>
                <a:tab algn="l" pos="0"/>
              </a:tabLst>
            </a:pPr>
            <a:r>
              <a:rPr lang="de-DE" sz="3300" b="0" u="none" strike="noStrike">
                <a:solidFill>
                  <a:schemeClr val="dk1"/>
                </a:solidFill>
                <a:effectLst/>
                <a:uFillTx/>
                <a:latin typeface="Calibri Light"/>
              </a:rPr>
              <a:t>Mastertitelformat bearbeiten</a:t>
            </a:r>
            <a:endParaRPr lang="de-DE" sz="3300" b="0" u="none" strike="noStrike">
              <a:solidFill>
                <a:srgbClr val="000000"/>
              </a:solidFill>
              <a:effectLst/>
              <a:uFillTx/>
              <a:latin typeface="Arial"/>
            </a:endParaRPr>
          </a:p>
        </p:txBody>
      </p:sp>
      <p:sp>
        <p:nvSpPr>
          <p:cNvPr id="8" name="PlaceHolder 2"/>
          <p:cNvSpPr>
            <a:spLocks noGrp="1"/>
          </p:cNvSpPr>
          <p:nvPr>
            <p:ph type="body"/>
          </p:nvPr>
        </p:nvSpPr>
        <p:spPr>
          <a:xfrm>
            <a:off x="471600" y="2637000"/>
            <a:ext cx="5910840" cy="6280920"/>
          </a:xfrm>
          <a:prstGeom prst="rect">
            <a:avLst/>
          </a:prstGeom>
          <a:noFill/>
          <a:ln w="0">
            <a:noFill/>
          </a:ln>
        </p:spPr>
        <p:txBody>
          <a:bodyPr lIns="91440" rIns="91440" tIns="45720" bIns="45720" anchor="t" vert="eaVert">
            <a:noAutofit/>
          </a:bodyPr>
          <a:p>
            <a:pPr marL="171360" indent="-171360" defTabSz="685800">
              <a:lnSpc>
                <a:spcPct val="90000"/>
              </a:lnSpc>
              <a:spcBef>
                <a:spcPts val="751"/>
              </a:spcBef>
              <a:buClr>
                <a:srgbClr val="000000"/>
              </a:buClr>
              <a:buFont typeface="Arial"/>
              <a:buChar char="•"/>
            </a:pPr>
            <a:r>
              <a:rPr lang="de-DE" sz="2100" b="0" u="none" strike="noStrike">
                <a:solidFill>
                  <a:schemeClr val="dk1"/>
                </a:solidFill>
                <a:effectLst/>
                <a:uFillTx/>
                <a:latin typeface="Calibri"/>
              </a:rPr>
              <a:t>Mastertextformat bearbeiten</a:t>
            </a:r>
            <a:endParaRPr lang="de-DE" sz="2100" b="0" u="none" strike="noStrike">
              <a:solidFill>
                <a:srgbClr val="000000"/>
              </a:solidFill>
              <a:effectLst/>
              <a:uFillTx/>
              <a:latin typeface="Arial"/>
            </a:endParaRPr>
          </a:p>
          <a:p>
            <a:pPr marL="514440" lvl="1" indent="-171360" defTabSz="685800">
              <a:lnSpc>
                <a:spcPct val="90000"/>
              </a:lnSpc>
              <a:spcBef>
                <a:spcPts val="374"/>
              </a:spcBef>
              <a:buClr>
                <a:srgbClr val="000000"/>
              </a:buClr>
              <a:buFont typeface="Arial"/>
              <a:buChar char="•"/>
            </a:pPr>
            <a:r>
              <a:rPr lang="de-DE" sz="1800" b="0" u="none" strike="noStrike">
                <a:solidFill>
                  <a:schemeClr val="dk1"/>
                </a:solidFill>
                <a:effectLst/>
                <a:uFillTx/>
                <a:latin typeface="Calibri"/>
              </a:rPr>
              <a:t>Zweite Ebene</a:t>
            </a:r>
            <a:endParaRPr lang="de-DE" sz="1800" b="0" u="none" strike="noStrike">
              <a:solidFill>
                <a:srgbClr val="000000"/>
              </a:solidFill>
              <a:effectLst/>
              <a:uFillTx/>
              <a:latin typeface="Arial"/>
            </a:endParaRPr>
          </a:p>
          <a:p>
            <a:pPr marL="857160" lvl="2" indent="-171360" defTabSz="685800">
              <a:lnSpc>
                <a:spcPct val="90000"/>
              </a:lnSpc>
              <a:spcBef>
                <a:spcPts val="374"/>
              </a:spcBef>
              <a:buClr>
                <a:srgbClr val="000000"/>
              </a:buClr>
              <a:buFont typeface="Arial"/>
              <a:buChar char="•"/>
            </a:pPr>
            <a:r>
              <a:rPr lang="de-DE" sz="1500" b="0" u="none" strike="noStrike">
                <a:solidFill>
                  <a:schemeClr val="dk1"/>
                </a:solidFill>
                <a:effectLst/>
                <a:uFillTx/>
                <a:latin typeface="Calibri"/>
              </a:rPr>
              <a:t>Dritte Ebene</a:t>
            </a:r>
            <a:endParaRPr lang="de-DE" sz="1500" b="0" u="none" strike="noStrike">
              <a:solidFill>
                <a:srgbClr val="000000"/>
              </a:solidFill>
              <a:effectLst/>
              <a:uFillTx/>
              <a:latin typeface="Arial"/>
            </a:endParaRPr>
          </a:p>
          <a:p>
            <a:pPr marL="1200240" lvl="3"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Vierte Ebene</a:t>
            </a:r>
            <a:endParaRPr lang="de-DE" sz="1350" b="0" u="none" strike="noStrike">
              <a:solidFill>
                <a:srgbClr val="000000"/>
              </a:solidFill>
              <a:effectLst/>
              <a:uFillTx/>
              <a:latin typeface="Arial"/>
            </a:endParaRPr>
          </a:p>
          <a:p>
            <a:pPr marL="1542960" lvl="4"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Fünfte Ebene</a:t>
            </a:r>
            <a:endParaRPr lang="de-DE" sz="1350" b="0" u="none" strike="noStrike">
              <a:solidFill>
                <a:srgbClr val="000000"/>
              </a:solidFill>
              <a:effectLst/>
              <a:uFillTx/>
              <a:latin typeface="Arial"/>
            </a:endParaRPr>
          </a:p>
        </p:txBody>
      </p:sp>
      <p:sp>
        <p:nvSpPr>
          <p:cNvPr id="9" name="PlaceHolder 3"/>
          <p:cNvSpPr>
            <a:spLocks noGrp="1"/>
          </p:cNvSpPr>
          <p:nvPr>
            <p:ph type="dt" idx="4"/>
          </p:nvPr>
        </p:nvSpPr>
        <p:spPr>
          <a:xfrm>
            <a:off x="471600" y="9181440"/>
            <a:ext cx="1538640" cy="5230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de-DE" sz="900" b="0" u="none" strike="noStrike">
                <a:solidFill>
                  <a:schemeClr val="dk1">
                    <a:tint val="75000"/>
                  </a:schemeClr>
                </a:solidFill>
                <a:effectLst/>
                <a:uFillTx/>
                <a:latin typeface="Calibri"/>
              </a:rPr>
              <a:t>&lt;Datum/Uhrzeit&gt;</a:t>
            </a:r>
            <a:endParaRPr lang="de-DE" sz="900" b="0" u="none" strike="noStrike">
              <a:solidFill>
                <a:srgbClr val="000000"/>
              </a:solidFill>
              <a:effectLst/>
              <a:uFillTx/>
              <a:latin typeface="Times New Roman"/>
            </a:endParaRPr>
          </a:p>
        </p:txBody>
      </p:sp>
      <p:sp>
        <p:nvSpPr>
          <p:cNvPr id="10" name="PlaceHolder 4"/>
          <p:cNvSpPr>
            <a:spLocks noGrp="1"/>
          </p:cNvSpPr>
          <p:nvPr>
            <p:ph type="ftr" idx="5"/>
          </p:nvPr>
        </p:nvSpPr>
        <p:spPr>
          <a:xfrm>
            <a:off x="2271600" y="9181440"/>
            <a:ext cx="2310120" cy="523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de-DE" sz="1400" b="0" u="none" strike="noStrike">
                <a:solidFill>
                  <a:srgbClr val="000000"/>
                </a:solidFill>
                <a:effectLst/>
                <a:uFillTx/>
                <a:latin typeface="Times New Roman"/>
              </a:defRPr>
            </a:lvl1pPr>
          </a:lstStyle>
          <a:p>
            <a:pPr indent="0" algn="ctr">
              <a:lnSpc>
                <a:spcPct val="100000"/>
              </a:lnSpc>
              <a:buNone/>
              <a:tabLst>
                <a:tab algn="l" pos="0"/>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11" name="PlaceHolder 5"/>
          <p:cNvSpPr>
            <a:spLocks noGrp="1"/>
          </p:cNvSpPr>
          <p:nvPr>
            <p:ph type="sldNum" idx="6"/>
          </p:nvPr>
        </p:nvSpPr>
        <p:spPr>
          <a:xfrm>
            <a:off x="4843440" y="9181440"/>
            <a:ext cx="1538640" cy="5230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01C42930-FB52-4B38-9F81-7863946BF99E}" type="slidenum">
              <a:rPr lang="de-DE" sz="900" b="0" u="none" strike="noStrike">
                <a:solidFill>
                  <a:schemeClr val="dk1">
                    <a:tint val="75000"/>
                  </a:schemeClr>
                </a:solidFill>
                <a:effectLst/>
                <a:uFillTx/>
                <a:latin typeface="Calibri"/>
              </a:rPr>
              <a:t>&lt;Foliennummer&gt;</a:t>
            </a:fld>
            <a:endParaRPr lang="de-DE" sz="900" b="0" u="none" strike="noStrike">
              <a:solidFill>
                <a:srgbClr val="000000"/>
              </a:solidFill>
              <a:effectLst/>
              <a:uFillTx/>
              <a:latin typeface="Times New Roman"/>
            </a:endParaRPr>
          </a:p>
        </p:txBody>
      </p:sp>
    </p:spTree>
  </p:cSld>
</p:sldLayout>
</file>

<file path=ppt/slideLayouts/slideLayout3.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vertTitleAndTx" preserve="1">
  <p:cSld name="Vertikaler Titel und Text">
    <p:bg>
      <p:bgPr>
        <a:solidFill>
          <a:srgbClr val="ffffff"/>
        </a:solidFill>
      </p:bgPr>
    </p:bg>
    <p:spTree>
      <p:nvGrpSpPr>
        <p:cNvPr id="1" name=""/>
        <p:cNvGrpSpPr/>
        <p:nvPr/>
      </p:nvGrpSpPr>
      <p:grpSpPr>
        <a:xfrm>
          <a:off x="0" y="0"/>
          <a:ext cx="0" cy="0"/>
          <a:chOff x="0" y="0"/>
          <a:chExt cx="0" cy="0"/>
        </a:xfrm>
      </p:grpSpPr>
      <p:sp>
        <p:nvSpPr>
          <p:cNvPr id="12" name="PlaceHolder 1"/>
          <p:cNvSpPr>
            <a:spLocks noGrp="1"/>
          </p:cNvSpPr>
          <p:nvPr>
            <p:ph type="title"/>
          </p:nvPr>
        </p:nvSpPr>
        <p:spPr>
          <a:xfrm>
            <a:off x="4907880" y="527400"/>
            <a:ext cx="1474560" cy="8390520"/>
          </a:xfrm>
          <a:prstGeom prst="rect">
            <a:avLst/>
          </a:prstGeom>
          <a:noFill/>
          <a:ln w="0">
            <a:noFill/>
          </a:ln>
        </p:spPr>
        <p:txBody>
          <a:bodyPr lIns="91440" rIns="91440" tIns="45720" bIns="45720" anchor="ctr" vert="eaVert">
            <a:noAutofit/>
          </a:bodyPr>
          <a:p>
            <a:pPr indent="0" defTabSz="685800">
              <a:lnSpc>
                <a:spcPct val="90000"/>
              </a:lnSpc>
              <a:buNone/>
              <a:tabLst>
                <a:tab algn="l" pos="0"/>
              </a:tabLst>
            </a:pPr>
            <a:r>
              <a:rPr lang="de-DE" sz="3300" b="0" u="none" strike="noStrike">
                <a:solidFill>
                  <a:schemeClr val="dk1"/>
                </a:solidFill>
                <a:effectLst/>
                <a:uFillTx/>
                <a:latin typeface="Calibri Light"/>
              </a:rPr>
              <a:t>Mastertitelformat bearbeiten</a:t>
            </a:r>
            <a:endParaRPr lang="de-DE" sz="3300" b="0" u="none" strike="noStrike">
              <a:solidFill>
                <a:srgbClr val="000000"/>
              </a:solidFill>
              <a:effectLst/>
              <a:uFillTx/>
              <a:latin typeface="Arial"/>
            </a:endParaRPr>
          </a:p>
        </p:txBody>
      </p:sp>
      <p:sp>
        <p:nvSpPr>
          <p:cNvPr id="13" name="PlaceHolder 2"/>
          <p:cNvSpPr>
            <a:spLocks noGrp="1"/>
          </p:cNvSpPr>
          <p:nvPr>
            <p:ph type="body"/>
          </p:nvPr>
        </p:nvSpPr>
        <p:spPr>
          <a:xfrm>
            <a:off x="471600" y="527400"/>
            <a:ext cx="4346280" cy="8390520"/>
          </a:xfrm>
          <a:prstGeom prst="rect">
            <a:avLst/>
          </a:prstGeom>
          <a:noFill/>
          <a:ln w="0">
            <a:noFill/>
          </a:ln>
        </p:spPr>
        <p:txBody>
          <a:bodyPr lIns="91440" rIns="91440" tIns="45720" bIns="45720" anchor="t" vert="eaVert">
            <a:noAutofit/>
          </a:bodyPr>
          <a:p>
            <a:pPr marL="171360" indent="-171360" defTabSz="685800">
              <a:lnSpc>
                <a:spcPct val="90000"/>
              </a:lnSpc>
              <a:spcBef>
                <a:spcPts val="751"/>
              </a:spcBef>
              <a:buClr>
                <a:srgbClr val="000000"/>
              </a:buClr>
              <a:buFont typeface="Arial"/>
              <a:buChar char="•"/>
            </a:pPr>
            <a:r>
              <a:rPr lang="de-DE" sz="2100" b="0" u="none" strike="noStrike">
                <a:solidFill>
                  <a:schemeClr val="dk1"/>
                </a:solidFill>
                <a:effectLst/>
                <a:uFillTx/>
                <a:latin typeface="Calibri"/>
              </a:rPr>
              <a:t>Mastertextformat bearbeiten</a:t>
            </a:r>
            <a:endParaRPr lang="de-DE" sz="2100" b="0" u="none" strike="noStrike">
              <a:solidFill>
                <a:srgbClr val="000000"/>
              </a:solidFill>
              <a:effectLst/>
              <a:uFillTx/>
              <a:latin typeface="Arial"/>
            </a:endParaRPr>
          </a:p>
          <a:p>
            <a:pPr marL="514440" lvl="1" indent="-171360" defTabSz="685800">
              <a:lnSpc>
                <a:spcPct val="90000"/>
              </a:lnSpc>
              <a:spcBef>
                <a:spcPts val="374"/>
              </a:spcBef>
              <a:buClr>
                <a:srgbClr val="000000"/>
              </a:buClr>
              <a:buFont typeface="Arial"/>
              <a:buChar char="•"/>
            </a:pPr>
            <a:r>
              <a:rPr lang="de-DE" sz="1800" b="0" u="none" strike="noStrike">
                <a:solidFill>
                  <a:schemeClr val="dk1"/>
                </a:solidFill>
                <a:effectLst/>
                <a:uFillTx/>
                <a:latin typeface="Calibri"/>
              </a:rPr>
              <a:t>Zweite Ebene</a:t>
            </a:r>
            <a:endParaRPr lang="de-DE" sz="1800" b="0" u="none" strike="noStrike">
              <a:solidFill>
                <a:srgbClr val="000000"/>
              </a:solidFill>
              <a:effectLst/>
              <a:uFillTx/>
              <a:latin typeface="Arial"/>
            </a:endParaRPr>
          </a:p>
          <a:p>
            <a:pPr marL="857160" lvl="2" indent="-171360" defTabSz="685800">
              <a:lnSpc>
                <a:spcPct val="90000"/>
              </a:lnSpc>
              <a:spcBef>
                <a:spcPts val="374"/>
              </a:spcBef>
              <a:buClr>
                <a:srgbClr val="000000"/>
              </a:buClr>
              <a:buFont typeface="Arial"/>
              <a:buChar char="•"/>
            </a:pPr>
            <a:r>
              <a:rPr lang="de-DE" sz="1500" b="0" u="none" strike="noStrike">
                <a:solidFill>
                  <a:schemeClr val="dk1"/>
                </a:solidFill>
                <a:effectLst/>
                <a:uFillTx/>
                <a:latin typeface="Calibri"/>
              </a:rPr>
              <a:t>Dritte Ebene</a:t>
            </a:r>
            <a:endParaRPr lang="de-DE" sz="1500" b="0" u="none" strike="noStrike">
              <a:solidFill>
                <a:srgbClr val="000000"/>
              </a:solidFill>
              <a:effectLst/>
              <a:uFillTx/>
              <a:latin typeface="Arial"/>
            </a:endParaRPr>
          </a:p>
          <a:p>
            <a:pPr marL="1200240" lvl="3"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Vierte Ebene</a:t>
            </a:r>
            <a:endParaRPr lang="de-DE" sz="1350" b="0" u="none" strike="noStrike">
              <a:solidFill>
                <a:srgbClr val="000000"/>
              </a:solidFill>
              <a:effectLst/>
              <a:uFillTx/>
              <a:latin typeface="Arial"/>
            </a:endParaRPr>
          </a:p>
          <a:p>
            <a:pPr marL="1542960" lvl="4"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Fünfte Ebene</a:t>
            </a:r>
            <a:endParaRPr lang="de-DE" sz="1350" b="0" u="none" strike="noStrike">
              <a:solidFill>
                <a:srgbClr val="000000"/>
              </a:solidFill>
              <a:effectLst/>
              <a:uFillTx/>
              <a:latin typeface="Arial"/>
            </a:endParaRPr>
          </a:p>
        </p:txBody>
      </p:sp>
      <p:sp>
        <p:nvSpPr>
          <p:cNvPr id="14" name="PlaceHolder 3"/>
          <p:cNvSpPr>
            <a:spLocks noGrp="1"/>
          </p:cNvSpPr>
          <p:nvPr>
            <p:ph type="dt" idx="7"/>
          </p:nvPr>
        </p:nvSpPr>
        <p:spPr>
          <a:xfrm>
            <a:off x="471600" y="9181440"/>
            <a:ext cx="1538640" cy="5230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de-DE" sz="900" b="0" u="none" strike="noStrike">
                <a:solidFill>
                  <a:schemeClr val="dk1">
                    <a:tint val="75000"/>
                  </a:schemeClr>
                </a:solidFill>
                <a:effectLst/>
                <a:uFillTx/>
                <a:latin typeface="Calibri"/>
              </a:rPr>
              <a:t>&lt;Datum/Uhrzeit&gt;</a:t>
            </a:r>
            <a:endParaRPr lang="de-DE" sz="900" b="0" u="none" strike="noStrike">
              <a:solidFill>
                <a:srgbClr val="000000"/>
              </a:solidFill>
              <a:effectLst/>
              <a:uFillTx/>
              <a:latin typeface="Times New Roman"/>
            </a:endParaRPr>
          </a:p>
        </p:txBody>
      </p:sp>
      <p:sp>
        <p:nvSpPr>
          <p:cNvPr id="15" name="PlaceHolder 4"/>
          <p:cNvSpPr>
            <a:spLocks noGrp="1"/>
          </p:cNvSpPr>
          <p:nvPr>
            <p:ph type="ftr" idx="8"/>
          </p:nvPr>
        </p:nvSpPr>
        <p:spPr>
          <a:xfrm>
            <a:off x="2271600" y="9181440"/>
            <a:ext cx="2310120" cy="523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de-DE" sz="1400" b="0" u="none" strike="noStrike">
                <a:solidFill>
                  <a:srgbClr val="000000"/>
                </a:solidFill>
                <a:effectLst/>
                <a:uFillTx/>
                <a:latin typeface="Times New Roman"/>
              </a:defRPr>
            </a:lvl1pPr>
          </a:lstStyle>
          <a:p>
            <a:pPr indent="0" algn="ctr">
              <a:lnSpc>
                <a:spcPct val="100000"/>
              </a:lnSpc>
              <a:buNone/>
              <a:tabLst>
                <a:tab algn="l" pos="0"/>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16" name="PlaceHolder 5"/>
          <p:cNvSpPr>
            <a:spLocks noGrp="1"/>
          </p:cNvSpPr>
          <p:nvPr>
            <p:ph type="sldNum" idx="9"/>
          </p:nvPr>
        </p:nvSpPr>
        <p:spPr>
          <a:xfrm>
            <a:off x="4843440" y="9181440"/>
            <a:ext cx="1538640" cy="5230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D20B76B4-659E-4BEC-988D-875A211C9BC2}" type="slidenum">
              <a:rPr lang="de-DE" sz="900" b="0" u="none" strike="noStrike">
                <a:solidFill>
                  <a:schemeClr val="dk1">
                    <a:tint val="75000"/>
                  </a:schemeClr>
                </a:solidFill>
                <a:effectLst/>
                <a:uFillTx/>
                <a:latin typeface="Calibri"/>
              </a:rPr>
              <a:t>&lt;Foliennummer&gt;</a:t>
            </a:fld>
            <a:endParaRPr lang="de-DE" sz="900" b="0" u="none" strike="noStrike">
              <a:solidFill>
                <a:srgbClr val="000000"/>
              </a:solidFill>
              <a:effectLst/>
              <a:uFillTx/>
              <a:latin typeface="Times New Roman"/>
            </a:endParaRPr>
          </a:p>
        </p:txBody>
      </p:sp>
    </p:spTree>
  </p:cSld>
</p:sldLayout>
</file>

<file path=ppt/slideLayouts/slideLayout4.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obj" preserve="1">
  <p:cSld name="Titel und Inhalt">
    <p:bg>
      <p:bgPr>
        <a:solidFill>
          <a:srgbClr val="ffffff"/>
        </a:solidFill>
      </p:bgPr>
    </p:bg>
    <p:spTree>
      <p:nvGrpSpPr>
        <p:cNvPr id="1" name=""/>
        <p:cNvGrpSpPr/>
        <p:nvPr/>
      </p:nvGrpSpPr>
      <p:grpSpPr>
        <a:xfrm>
          <a:off x="0" y="0"/>
          <a:ext cx="0" cy="0"/>
          <a:chOff x="0" y="0"/>
          <a:chExt cx="0" cy="0"/>
        </a:xfrm>
      </p:grpSpPr>
      <p:sp>
        <p:nvSpPr>
          <p:cNvPr id="17" name="PlaceHolder 1"/>
          <p:cNvSpPr>
            <a:spLocks noGrp="1"/>
          </p:cNvSpPr>
          <p:nvPr>
            <p:ph type="title"/>
          </p:nvPr>
        </p:nvSpPr>
        <p:spPr>
          <a:xfrm>
            <a:off x="471600" y="527400"/>
            <a:ext cx="5910840" cy="1910520"/>
          </a:xfrm>
          <a:prstGeom prst="rect">
            <a:avLst/>
          </a:prstGeom>
          <a:noFill/>
          <a:ln w="0">
            <a:noFill/>
          </a:ln>
        </p:spPr>
        <p:txBody>
          <a:bodyPr lIns="91440" rIns="91440" tIns="45720" bIns="45720" anchor="ctr">
            <a:noAutofit/>
          </a:bodyPr>
          <a:p>
            <a:pPr indent="0" defTabSz="685800">
              <a:lnSpc>
                <a:spcPct val="90000"/>
              </a:lnSpc>
              <a:buNone/>
              <a:tabLst>
                <a:tab algn="l" pos="0"/>
              </a:tabLst>
            </a:pPr>
            <a:r>
              <a:rPr lang="de-DE" sz="3300" b="0" u="none" strike="noStrike">
                <a:solidFill>
                  <a:schemeClr val="dk1"/>
                </a:solidFill>
                <a:effectLst/>
                <a:uFillTx/>
                <a:latin typeface="Calibri Light"/>
              </a:rPr>
              <a:t>Mastertitelformat bearbeiten</a:t>
            </a:r>
            <a:endParaRPr lang="de-DE" sz="3300" b="0" u="none" strike="noStrike">
              <a:solidFill>
                <a:srgbClr val="000000"/>
              </a:solidFill>
              <a:effectLst/>
              <a:uFillTx/>
              <a:latin typeface="Arial"/>
            </a:endParaRPr>
          </a:p>
        </p:txBody>
      </p:sp>
      <p:sp>
        <p:nvSpPr>
          <p:cNvPr id="18" name="PlaceHolder 2"/>
          <p:cNvSpPr>
            <a:spLocks noGrp="1"/>
          </p:cNvSpPr>
          <p:nvPr>
            <p:ph type="body"/>
          </p:nvPr>
        </p:nvSpPr>
        <p:spPr>
          <a:xfrm>
            <a:off x="471600" y="2637000"/>
            <a:ext cx="5910840" cy="628092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lang="de-DE" sz="2100" b="0" u="none" strike="noStrike">
                <a:solidFill>
                  <a:schemeClr val="dk1"/>
                </a:solidFill>
                <a:effectLst/>
                <a:uFillTx/>
                <a:latin typeface="Calibri"/>
              </a:rPr>
              <a:t>Mastertextformat bearbeiten</a:t>
            </a:r>
            <a:endParaRPr lang="de-DE" sz="2100" b="0" u="none" strike="noStrike">
              <a:solidFill>
                <a:srgbClr val="000000"/>
              </a:solidFill>
              <a:effectLst/>
              <a:uFillTx/>
              <a:latin typeface="Arial"/>
            </a:endParaRPr>
          </a:p>
          <a:p>
            <a:pPr marL="514440" lvl="1" indent="-171360" defTabSz="685800">
              <a:lnSpc>
                <a:spcPct val="90000"/>
              </a:lnSpc>
              <a:spcBef>
                <a:spcPts val="374"/>
              </a:spcBef>
              <a:buClr>
                <a:srgbClr val="000000"/>
              </a:buClr>
              <a:buFont typeface="Arial"/>
              <a:buChar char="•"/>
            </a:pPr>
            <a:r>
              <a:rPr lang="de-DE" sz="1800" b="0" u="none" strike="noStrike">
                <a:solidFill>
                  <a:schemeClr val="dk1"/>
                </a:solidFill>
                <a:effectLst/>
                <a:uFillTx/>
                <a:latin typeface="Calibri"/>
              </a:rPr>
              <a:t>Zweite Ebene</a:t>
            </a:r>
            <a:endParaRPr lang="de-DE" sz="1800" b="0" u="none" strike="noStrike">
              <a:solidFill>
                <a:srgbClr val="000000"/>
              </a:solidFill>
              <a:effectLst/>
              <a:uFillTx/>
              <a:latin typeface="Arial"/>
            </a:endParaRPr>
          </a:p>
          <a:p>
            <a:pPr marL="857160" lvl="2" indent="-171360" defTabSz="685800">
              <a:lnSpc>
                <a:spcPct val="90000"/>
              </a:lnSpc>
              <a:spcBef>
                <a:spcPts val="374"/>
              </a:spcBef>
              <a:buClr>
                <a:srgbClr val="000000"/>
              </a:buClr>
              <a:buFont typeface="Arial"/>
              <a:buChar char="•"/>
            </a:pPr>
            <a:r>
              <a:rPr lang="de-DE" sz="1500" b="0" u="none" strike="noStrike">
                <a:solidFill>
                  <a:schemeClr val="dk1"/>
                </a:solidFill>
                <a:effectLst/>
                <a:uFillTx/>
                <a:latin typeface="Calibri"/>
              </a:rPr>
              <a:t>Dritte Ebene</a:t>
            </a:r>
            <a:endParaRPr lang="de-DE" sz="1500" b="0" u="none" strike="noStrike">
              <a:solidFill>
                <a:srgbClr val="000000"/>
              </a:solidFill>
              <a:effectLst/>
              <a:uFillTx/>
              <a:latin typeface="Arial"/>
            </a:endParaRPr>
          </a:p>
          <a:p>
            <a:pPr marL="1200240" lvl="3"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Vierte Ebene</a:t>
            </a:r>
            <a:endParaRPr lang="de-DE" sz="1350" b="0" u="none" strike="noStrike">
              <a:solidFill>
                <a:srgbClr val="000000"/>
              </a:solidFill>
              <a:effectLst/>
              <a:uFillTx/>
              <a:latin typeface="Arial"/>
            </a:endParaRPr>
          </a:p>
          <a:p>
            <a:pPr marL="1542960" lvl="4"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Fünfte Ebene</a:t>
            </a:r>
            <a:endParaRPr lang="de-DE" sz="1350" b="0" u="none" strike="noStrike">
              <a:solidFill>
                <a:srgbClr val="000000"/>
              </a:solidFill>
              <a:effectLst/>
              <a:uFillTx/>
              <a:latin typeface="Arial"/>
            </a:endParaRPr>
          </a:p>
        </p:txBody>
      </p:sp>
      <p:sp>
        <p:nvSpPr>
          <p:cNvPr id="19" name="PlaceHolder 3"/>
          <p:cNvSpPr>
            <a:spLocks noGrp="1"/>
          </p:cNvSpPr>
          <p:nvPr>
            <p:ph type="dt" idx="10"/>
          </p:nvPr>
        </p:nvSpPr>
        <p:spPr>
          <a:xfrm>
            <a:off x="471600" y="9181440"/>
            <a:ext cx="1538640" cy="5230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de-DE" sz="900" b="0" u="none" strike="noStrike">
                <a:solidFill>
                  <a:schemeClr val="dk1">
                    <a:tint val="75000"/>
                  </a:schemeClr>
                </a:solidFill>
                <a:effectLst/>
                <a:uFillTx/>
                <a:latin typeface="Calibri"/>
              </a:rPr>
              <a:t>&lt;Datum/Uhrzeit&gt;</a:t>
            </a:r>
            <a:endParaRPr lang="de-DE" sz="900" b="0" u="none" strike="noStrike">
              <a:solidFill>
                <a:srgbClr val="000000"/>
              </a:solidFill>
              <a:effectLst/>
              <a:uFillTx/>
              <a:latin typeface="Times New Roman"/>
            </a:endParaRPr>
          </a:p>
        </p:txBody>
      </p:sp>
      <p:sp>
        <p:nvSpPr>
          <p:cNvPr id="20" name="PlaceHolder 4"/>
          <p:cNvSpPr>
            <a:spLocks noGrp="1"/>
          </p:cNvSpPr>
          <p:nvPr>
            <p:ph type="ftr" idx="11"/>
          </p:nvPr>
        </p:nvSpPr>
        <p:spPr>
          <a:xfrm>
            <a:off x="2271600" y="9181440"/>
            <a:ext cx="2310120" cy="523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de-DE" sz="1400" b="0" u="none" strike="noStrike">
                <a:solidFill>
                  <a:srgbClr val="000000"/>
                </a:solidFill>
                <a:effectLst/>
                <a:uFillTx/>
                <a:latin typeface="Times New Roman"/>
              </a:defRPr>
            </a:lvl1pPr>
          </a:lstStyle>
          <a:p>
            <a:pPr indent="0" algn="ctr">
              <a:lnSpc>
                <a:spcPct val="100000"/>
              </a:lnSpc>
              <a:buNone/>
              <a:tabLst>
                <a:tab algn="l" pos="0"/>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21" name="PlaceHolder 5"/>
          <p:cNvSpPr>
            <a:spLocks noGrp="1"/>
          </p:cNvSpPr>
          <p:nvPr>
            <p:ph type="sldNum" idx="12"/>
          </p:nvPr>
        </p:nvSpPr>
        <p:spPr>
          <a:xfrm>
            <a:off x="4843440" y="9181440"/>
            <a:ext cx="1538640" cy="5230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F9F1470B-C548-4495-B4F8-BDF917C0264F}" type="slidenum">
              <a:rPr lang="de-DE" sz="900" b="0" u="none" strike="noStrike">
                <a:solidFill>
                  <a:schemeClr val="dk1">
                    <a:tint val="75000"/>
                  </a:schemeClr>
                </a:solidFill>
                <a:effectLst/>
                <a:uFillTx/>
                <a:latin typeface="Calibri"/>
              </a:rPr>
              <a:t>&lt;Foliennummer&gt;</a:t>
            </a:fld>
            <a:endParaRPr lang="de-DE" sz="900" b="0" u="none" strike="noStrike">
              <a:solidFill>
                <a:srgbClr val="000000"/>
              </a:solidFill>
              <a:effectLst/>
              <a:uFillTx/>
              <a:latin typeface="Times New Roman"/>
            </a:endParaRPr>
          </a:p>
        </p:txBody>
      </p:sp>
    </p:spTree>
  </p:cSld>
</p:sldLayout>
</file>

<file path=ppt/slideLayouts/slideLayout5.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Abschnitts-&#10;überschrift">
    <p:bg>
      <p:bgPr>
        <a:solidFill>
          <a:srgbClr val="ffffff"/>
        </a:solidFill>
      </p:bgPr>
    </p:bg>
    <p:spTree>
      <p:nvGrpSpPr>
        <p:cNvPr id="1" name=""/>
        <p:cNvGrpSpPr/>
        <p:nvPr/>
      </p:nvGrpSpPr>
      <p:grpSpPr>
        <a:xfrm>
          <a:off x="0" y="0"/>
          <a:ext cx="0" cy="0"/>
          <a:chOff x="0" y="0"/>
          <a:chExt cx="0" cy="0"/>
        </a:xfrm>
      </p:grpSpPr>
      <p:sp>
        <p:nvSpPr>
          <p:cNvPr id="22" name="PlaceHolder 1"/>
          <p:cNvSpPr>
            <a:spLocks noGrp="1"/>
          </p:cNvSpPr>
          <p:nvPr>
            <p:ph type="title"/>
          </p:nvPr>
        </p:nvSpPr>
        <p:spPr>
          <a:xfrm>
            <a:off x="468000" y="2469600"/>
            <a:ext cx="5910840" cy="4116240"/>
          </a:xfrm>
          <a:prstGeom prst="rect">
            <a:avLst/>
          </a:prstGeom>
          <a:noFill/>
          <a:ln w="0">
            <a:noFill/>
          </a:ln>
        </p:spPr>
        <p:txBody>
          <a:bodyPr lIns="91440" rIns="91440" tIns="45720" bIns="45720" anchor="b">
            <a:noAutofit/>
          </a:bodyPr>
          <a:p>
            <a:pPr indent="0" defTabSz="685800">
              <a:lnSpc>
                <a:spcPct val="90000"/>
              </a:lnSpc>
              <a:buNone/>
              <a:tabLst>
                <a:tab algn="l" pos="0"/>
              </a:tabLst>
            </a:pPr>
            <a:r>
              <a:rPr lang="de-DE" sz="4500" b="0" u="none" strike="noStrike">
                <a:solidFill>
                  <a:schemeClr val="dk1"/>
                </a:solidFill>
                <a:effectLst/>
                <a:uFillTx/>
                <a:latin typeface="Calibri Light"/>
              </a:rPr>
              <a:t>Mastertitelformat bearbeiten</a:t>
            </a:r>
            <a:endParaRPr lang="de-DE" sz="4500" b="0" u="none" strike="noStrike">
              <a:solidFill>
                <a:srgbClr val="000000"/>
              </a:solidFill>
              <a:effectLst/>
              <a:uFillTx/>
              <a:latin typeface="Arial"/>
            </a:endParaRPr>
          </a:p>
        </p:txBody>
      </p:sp>
      <p:sp>
        <p:nvSpPr>
          <p:cNvPr id="23" name="PlaceHolder 2"/>
          <p:cNvSpPr>
            <a:spLocks noGrp="1"/>
          </p:cNvSpPr>
          <p:nvPr>
            <p:ph type="body"/>
          </p:nvPr>
        </p:nvSpPr>
        <p:spPr>
          <a:xfrm>
            <a:off x="468000" y="6629400"/>
            <a:ext cx="5910840" cy="2162520"/>
          </a:xfrm>
          <a:prstGeom prst="rect">
            <a:avLst/>
          </a:prstGeom>
          <a:noFill/>
          <a:ln w="0">
            <a:noFill/>
          </a:ln>
        </p:spPr>
        <p:txBody>
          <a:bodyPr lIns="91440" rIns="91440" tIns="45720" bIns="45720" anchor="t">
            <a:noAutofit/>
          </a:bodyPr>
          <a:p>
            <a:pPr indent="0" defTabSz="685800">
              <a:lnSpc>
                <a:spcPct val="90000"/>
              </a:lnSpc>
              <a:spcBef>
                <a:spcPts val="751"/>
              </a:spcBef>
              <a:buNone/>
              <a:tabLst>
                <a:tab algn="l" pos="0"/>
              </a:tabLst>
            </a:pPr>
            <a:r>
              <a:rPr lang="de-DE" sz="1800" b="0" u="none" strike="noStrike">
                <a:solidFill>
                  <a:schemeClr val="dk1"/>
                </a:solidFill>
                <a:effectLst/>
                <a:uFillTx/>
                <a:latin typeface="Calibri"/>
              </a:rPr>
              <a:t>Mastertextformat bearbeiten</a:t>
            </a:r>
            <a:endParaRPr lang="de-DE" sz="1800" b="0" u="none" strike="noStrike">
              <a:solidFill>
                <a:srgbClr val="000000"/>
              </a:solidFill>
              <a:effectLst/>
              <a:uFillTx/>
              <a:latin typeface="Arial"/>
            </a:endParaRPr>
          </a:p>
        </p:txBody>
      </p:sp>
      <p:sp>
        <p:nvSpPr>
          <p:cNvPr id="24" name="PlaceHolder 3"/>
          <p:cNvSpPr>
            <a:spLocks noGrp="1"/>
          </p:cNvSpPr>
          <p:nvPr>
            <p:ph type="dt" idx="13"/>
          </p:nvPr>
        </p:nvSpPr>
        <p:spPr>
          <a:xfrm>
            <a:off x="471600" y="9181440"/>
            <a:ext cx="1538640" cy="5230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de-DE" sz="900" b="0" u="none" strike="noStrike">
                <a:solidFill>
                  <a:schemeClr val="dk1">
                    <a:tint val="75000"/>
                  </a:schemeClr>
                </a:solidFill>
                <a:effectLst/>
                <a:uFillTx/>
                <a:latin typeface="Calibri"/>
              </a:rPr>
              <a:t>&lt;Datum/Uhrzeit&gt;</a:t>
            </a:r>
            <a:endParaRPr lang="de-DE" sz="900" b="0" u="none" strike="noStrike">
              <a:solidFill>
                <a:srgbClr val="000000"/>
              </a:solidFill>
              <a:effectLst/>
              <a:uFillTx/>
              <a:latin typeface="Times New Roman"/>
            </a:endParaRPr>
          </a:p>
        </p:txBody>
      </p:sp>
      <p:sp>
        <p:nvSpPr>
          <p:cNvPr id="25" name="PlaceHolder 4"/>
          <p:cNvSpPr>
            <a:spLocks noGrp="1"/>
          </p:cNvSpPr>
          <p:nvPr>
            <p:ph type="ftr" idx="14"/>
          </p:nvPr>
        </p:nvSpPr>
        <p:spPr>
          <a:xfrm>
            <a:off x="2271600" y="9181440"/>
            <a:ext cx="2310120" cy="523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de-DE" sz="1400" b="0" u="none" strike="noStrike">
                <a:solidFill>
                  <a:srgbClr val="000000"/>
                </a:solidFill>
                <a:effectLst/>
                <a:uFillTx/>
                <a:latin typeface="Times New Roman"/>
              </a:defRPr>
            </a:lvl1pPr>
          </a:lstStyle>
          <a:p>
            <a:pPr indent="0" algn="ctr">
              <a:lnSpc>
                <a:spcPct val="100000"/>
              </a:lnSpc>
              <a:buNone/>
              <a:tabLst>
                <a:tab algn="l" pos="0"/>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26" name="PlaceHolder 5"/>
          <p:cNvSpPr>
            <a:spLocks noGrp="1"/>
          </p:cNvSpPr>
          <p:nvPr>
            <p:ph type="sldNum" idx="15"/>
          </p:nvPr>
        </p:nvSpPr>
        <p:spPr>
          <a:xfrm>
            <a:off x="4843440" y="9181440"/>
            <a:ext cx="1538640" cy="5230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04D2CCE1-DD5F-4F2B-A7BA-987BF3E302B2}" type="slidenum">
              <a:rPr lang="de-DE" sz="900" b="0" u="none" strike="noStrike">
                <a:solidFill>
                  <a:schemeClr val="dk1">
                    <a:tint val="75000"/>
                  </a:schemeClr>
                </a:solidFill>
                <a:effectLst/>
                <a:uFillTx/>
                <a:latin typeface="Calibri"/>
              </a:rPr>
              <a:t>&lt;Foliennummer&gt;</a:t>
            </a:fld>
            <a:endParaRPr lang="de-DE" sz="900" b="0" u="none" strike="noStrike">
              <a:solidFill>
                <a:srgbClr val="000000"/>
              </a:solidFill>
              <a:effectLst/>
              <a:uFillTx/>
              <a:latin typeface="Times New Roman"/>
            </a:endParaRPr>
          </a:p>
        </p:txBody>
      </p:sp>
    </p:spTree>
  </p:cSld>
</p:sldLayout>
</file>

<file path=ppt/slideLayouts/slideLayout6.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woObj" preserve="1">
  <p:cSld name="Zwei Inhalte">
    <p:bg>
      <p:bgPr>
        <a:solidFill>
          <a:srgbClr val="ffffff"/>
        </a:solidFill>
      </p:bgPr>
    </p:bg>
    <p:spTree>
      <p:nvGrpSpPr>
        <p:cNvPr id="1" name=""/>
        <p:cNvGrpSpPr/>
        <p:nvPr/>
      </p:nvGrpSpPr>
      <p:grpSpPr>
        <a:xfrm>
          <a:off x="0" y="0"/>
          <a:ext cx="0" cy="0"/>
          <a:chOff x="0" y="0"/>
          <a:chExt cx="0" cy="0"/>
        </a:xfrm>
      </p:grpSpPr>
      <p:sp>
        <p:nvSpPr>
          <p:cNvPr id="27" name="PlaceHolder 1"/>
          <p:cNvSpPr>
            <a:spLocks noGrp="1"/>
          </p:cNvSpPr>
          <p:nvPr>
            <p:ph type="title"/>
          </p:nvPr>
        </p:nvSpPr>
        <p:spPr>
          <a:xfrm>
            <a:off x="471600" y="527400"/>
            <a:ext cx="5910840" cy="1910520"/>
          </a:xfrm>
          <a:prstGeom prst="rect">
            <a:avLst/>
          </a:prstGeom>
          <a:noFill/>
          <a:ln w="0">
            <a:noFill/>
          </a:ln>
        </p:spPr>
        <p:txBody>
          <a:bodyPr lIns="91440" rIns="91440" tIns="45720" bIns="45720" anchor="ctr">
            <a:noAutofit/>
          </a:bodyPr>
          <a:p>
            <a:pPr indent="0" defTabSz="685800">
              <a:lnSpc>
                <a:spcPct val="90000"/>
              </a:lnSpc>
              <a:buNone/>
              <a:tabLst>
                <a:tab algn="l" pos="0"/>
              </a:tabLst>
            </a:pPr>
            <a:r>
              <a:rPr lang="de-DE" sz="3300" b="0" u="none" strike="noStrike">
                <a:solidFill>
                  <a:schemeClr val="dk1"/>
                </a:solidFill>
                <a:effectLst/>
                <a:uFillTx/>
                <a:latin typeface="Calibri Light"/>
              </a:rPr>
              <a:t>Mastertitelformat bearbeiten</a:t>
            </a:r>
            <a:endParaRPr lang="de-DE" sz="3300" b="0" u="none" strike="noStrike">
              <a:solidFill>
                <a:srgbClr val="000000"/>
              </a:solidFill>
              <a:effectLst/>
              <a:uFillTx/>
              <a:latin typeface="Arial"/>
            </a:endParaRPr>
          </a:p>
        </p:txBody>
      </p:sp>
      <p:sp>
        <p:nvSpPr>
          <p:cNvPr id="28" name="PlaceHolder 2"/>
          <p:cNvSpPr>
            <a:spLocks noGrp="1"/>
          </p:cNvSpPr>
          <p:nvPr>
            <p:ph type="body"/>
          </p:nvPr>
        </p:nvSpPr>
        <p:spPr>
          <a:xfrm>
            <a:off x="471600" y="2637000"/>
            <a:ext cx="2910240" cy="628092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lang="de-DE" sz="2100" b="0" u="none" strike="noStrike">
                <a:solidFill>
                  <a:schemeClr val="dk1"/>
                </a:solidFill>
                <a:effectLst/>
                <a:uFillTx/>
                <a:latin typeface="Calibri"/>
              </a:rPr>
              <a:t>Mastertextformat bearbeiten</a:t>
            </a:r>
            <a:endParaRPr lang="de-DE" sz="2100" b="0" u="none" strike="noStrike">
              <a:solidFill>
                <a:srgbClr val="000000"/>
              </a:solidFill>
              <a:effectLst/>
              <a:uFillTx/>
              <a:latin typeface="Arial"/>
            </a:endParaRPr>
          </a:p>
          <a:p>
            <a:pPr marL="514440" lvl="1" indent="-171360" defTabSz="685800">
              <a:lnSpc>
                <a:spcPct val="90000"/>
              </a:lnSpc>
              <a:spcBef>
                <a:spcPts val="374"/>
              </a:spcBef>
              <a:buClr>
                <a:srgbClr val="000000"/>
              </a:buClr>
              <a:buFont typeface="Arial"/>
              <a:buChar char="•"/>
            </a:pPr>
            <a:r>
              <a:rPr lang="de-DE" sz="1800" b="0" u="none" strike="noStrike">
                <a:solidFill>
                  <a:schemeClr val="dk1"/>
                </a:solidFill>
                <a:effectLst/>
                <a:uFillTx/>
                <a:latin typeface="Calibri"/>
              </a:rPr>
              <a:t>Zweite Ebene</a:t>
            </a:r>
            <a:endParaRPr lang="de-DE" sz="1800" b="0" u="none" strike="noStrike">
              <a:solidFill>
                <a:srgbClr val="000000"/>
              </a:solidFill>
              <a:effectLst/>
              <a:uFillTx/>
              <a:latin typeface="Arial"/>
            </a:endParaRPr>
          </a:p>
          <a:p>
            <a:pPr marL="857160" lvl="2" indent="-171360" defTabSz="685800">
              <a:lnSpc>
                <a:spcPct val="90000"/>
              </a:lnSpc>
              <a:spcBef>
                <a:spcPts val="374"/>
              </a:spcBef>
              <a:buClr>
                <a:srgbClr val="000000"/>
              </a:buClr>
              <a:buFont typeface="Arial"/>
              <a:buChar char="•"/>
            </a:pPr>
            <a:r>
              <a:rPr lang="de-DE" sz="1500" b="0" u="none" strike="noStrike">
                <a:solidFill>
                  <a:schemeClr val="dk1"/>
                </a:solidFill>
                <a:effectLst/>
                <a:uFillTx/>
                <a:latin typeface="Calibri"/>
              </a:rPr>
              <a:t>Dritte Ebene</a:t>
            </a:r>
            <a:endParaRPr lang="de-DE" sz="1500" b="0" u="none" strike="noStrike">
              <a:solidFill>
                <a:srgbClr val="000000"/>
              </a:solidFill>
              <a:effectLst/>
              <a:uFillTx/>
              <a:latin typeface="Arial"/>
            </a:endParaRPr>
          </a:p>
          <a:p>
            <a:pPr marL="1200240" lvl="3"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Vierte Ebene</a:t>
            </a:r>
            <a:endParaRPr lang="de-DE" sz="1350" b="0" u="none" strike="noStrike">
              <a:solidFill>
                <a:srgbClr val="000000"/>
              </a:solidFill>
              <a:effectLst/>
              <a:uFillTx/>
              <a:latin typeface="Arial"/>
            </a:endParaRPr>
          </a:p>
          <a:p>
            <a:pPr marL="1542960" lvl="4"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Fünfte Ebene</a:t>
            </a:r>
            <a:endParaRPr lang="de-DE" sz="1350" b="0" u="none" strike="noStrike">
              <a:solidFill>
                <a:srgbClr val="000000"/>
              </a:solidFill>
              <a:effectLst/>
              <a:uFillTx/>
              <a:latin typeface="Arial"/>
            </a:endParaRPr>
          </a:p>
        </p:txBody>
      </p:sp>
      <p:sp>
        <p:nvSpPr>
          <p:cNvPr id="29" name="PlaceHolder 3"/>
          <p:cNvSpPr>
            <a:spLocks noGrp="1"/>
          </p:cNvSpPr>
          <p:nvPr>
            <p:ph type="body"/>
          </p:nvPr>
        </p:nvSpPr>
        <p:spPr>
          <a:xfrm>
            <a:off x="3471840" y="2637000"/>
            <a:ext cx="2910240" cy="628092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lang="de-DE" sz="2100" b="0" u="none" strike="noStrike">
                <a:solidFill>
                  <a:schemeClr val="dk1"/>
                </a:solidFill>
                <a:effectLst/>
                <a:uFillTx/>
                <a:latin typeface="Calibri"/>
              </a:rPr>
              <a:t>Mastertextformat bearbeiten</a:t>
            </a:r>
            <a:endParaRPr lang="de-DE" sz="2100" b="0" u="none" strike="noStrike">
              <a:solidFill>
                <a:srgbClr val="000000"/>
              </a:solidFill>
              <a:effectLst/>
              <a:uFillTx/>
              <a:latin typeface="Arial"/>
            </a:endParaRPr>
          </a:p>
          <a:p>
            <a:pPr marL="514440" lvl="1" indent="-171360" defTabSz="685800">
              <a:lnSpc>
                <a:spcPct val="90000"/>
              </a:lnSpc>
              <a:spcBef>
                <a:spcPts val="374"/>
              </a:spcBef>
              <a:buClr>
                <a:srgbClr val="000000"/>
              </a:buClr>
              <a:buFont typeface="Arial"/>
              <a:buChar char="•"/>
            </a:pPr>
            <a:r>
              <a:rPr lang="de-DE" sz="1800" b="0" u="none" strike="noStrike">
                <a:solidFill>
                  <a:schemeClr val="dk1"/>
                </a:solidFill>
                <a:effectLst/>
                <a:uFillTx/>
                <a:latin typeface="Calibri"/>
              </a:rPr>
              <a:t>Zweite Ebene</a:t>
            </a:r>
            <a:endParaRPr lang="de-DE" sz="1800" b="0" u="none" strike="noStrike">
              <a:solidFill>
                <a:srgbClr val="000000"/>
              </a:solidFill>
              <a:effectLst/>
              <a:uFillTx/>
              <a:latin typeface="Arial"/>
            </a:endParaRPr>
          </a:p>
          <a:p>
            <a:pPr marL="857160" lvl="2" indent="-171360" defTabSz="685800">
              <a:lnSpc>
                <a:spcPct val="90000"/>
              </a:lnSpc>
              <a:spcBef>
                <a:spcPts val="374"/>
              </a:spcBef>
              <a:buClr>
                <a:srgbClr val="000000"/>
              </a:buClr>
              <a:buFont typeface="Arial"/>
              <a:buChar char="•"/>
            </a:pPr>
            <a:r>
              <a:rPr lang="de-DE" sz="1500" b="0" u="none" strike="noStrike">
                <a:solidFill>
                  <a:schemeClr val="dk1"/>
                </a:solidFill>
                <a:effectLst/>
                <a:uFillTx/>
                <a:latin typeface="Calibri"/>
              </a:rPr>
              <a:t>Dritte Ebene</a:t>
            </a:r>
            <a:endParaRPr lang="de-DE" sz="1500" b="0" u="none" strike="noStrike">
              <a:solidFill>
                <a:srgbClr val="000000"/>
              </a:solidFill>
              <a:effectLst/>
              <a:uFillTx/>
              <a:latin typeface="Arial"/>
            </a:endParaRPr>
          </a:p>
          <a:p>
            <a:pPr marL="1200240" lvl="3"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Vierte Ebene</a:t>
            </a:r>
            <a:endParaRPr lang="de-DE" sz="1350" b="0" u="none" strike="noStrike">
              <a:solidFill>
                <a:srgbClr val="000000"/>
              </a:solidFill>
              <a:effectLst/>
              <a:uFillTx/>
              <a:latin typeface="Arial"/>
            </a:endParaRPr>
          </a:p>
          <a:p>
            <a:pPr marL="1542960" lvl="4"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Fünfte Ebene</a:t>
            </a:r>
            <a:endParaRPr lang="de-DE" sz="1350" b="0" u="none" strike="noStrike">
              <a:solidFill>
                <a:srgbClr val="000000"/>
              </a:solidFill>
              <a:effectLst/>
              <a:uFillTx/>
              <a:latin typeface="Arial"/>
            </a:endParaRPr>
          </a:p>
        </p:txBody>
      </p:sp>
      <p:sp>
        <p:nvSpPr>
          <p:cNvPr id="30" name="PlaceHolder 4"/>
          <p:cNvSpPr>
            <a:spLocks noGrp="1"/>
          </p:cNvSpPr>
          <p:nvPr>
            <p:ph type="dt" idx="16"/>
          </p:nvPr>
        </p:nvSpPr>
        <p:spPr>
          <a:xfrm>
            <a:off x="471600" y="9181440"/>
            <a:ext cx="1538640" cy="5230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de-DE" sz="900" b="0" u="none" strike="noStrike">
                <a:solidFill>
                  <a:schemeClr val="dk1">
                    <a:tint val="75000"/>
                  </a:schemeClr>
                </a:solidFill>
                <a:effectLst/>
                <a:uFillTx/>
                <a:latin typeface="Calibri"/>
              </a:rPr>
              <a:t>&lt;Datum/Uhrzeit&gt;</a:t>
            </a:r>
            <a:endParaRPr lang="de-DE" sz="900" b="0" u="none" strike="noStrike">
              <a:solidFill>
                <a:srgbClr val="000000"/>
              </a:solidFill>
              <a:effectLst/>
              <a:uFillTx/>
              <a:latin typeface="Times New Roman"/>
            </a:endParaRPr>
          </a:p>
        </p:txBody>
      </p:sp>
      <p:sp>
        <p:nvSpPr>
          <p:cNvPr id="31" name="PlaceHolder 5"/>
          <p:cNvSpPr>
            <a:spLocks noGrp="1"/>
          </p:cNvSpPr>
          <p:nvPr>
            <p:ph type="ftr" idx="17"/>
          </p:nvPr>
        </p:nvSpPr>
        <p:spPr>
          <a:xfrm>
            <a:off x="2271600" y="9181440"/>
            <a:ext cx="2310120" cy="523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de-DE" sz="1400" b="0" u="none" strike="noStrike">
                <a:solidFill>
                  <a:srgbClr val="000000"/>
                </a:solidFill>
                <a:effectLst/>
                <a:uFillTx/>
                <a:latin typeface="Times New Roman"/>
              </a:defRPr>
            </a:lvl1pPr>
          </a:lstStyle>
          <a:p>
            <a:pPr indent="0" algn="ctr">
              <a:lnSpc>
                <a:spcPct val="100000"/>
              </a:lnSpc>
              <a:buNone/>
              <a:tabLst>
                <a:tab algn="l" pos="0"/>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32" name="PlaceHolder 6"/>
          <p:cNvSpPr>
            <a:spLocks noGrp="1"/>
          </p:cNvSpPr>
          <p:nvPr>
            <p:ph type="sldNum" idx="18"/>
          </p:nvPr>
        </p:nvSpPr>
        <p:spPr>
          <a:xfrm>
            <a:off x="4843440" y="9181440"/>
            <a:ext cx="1538640" cy="5230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22D98F21-9621-4A18-A75C-CFCFF4983928}" type="slidenum">
              <a:rPr lang="de-DE" sz="900" b="0" u="none" strike="noStrike">
                <a:solidFill>
                  <a:schemeClr val="dk1">
                    <a:tint val="75000"/>
                  </a:schemeClr>
                </a:solidFill>
                <a:effectLst/>
                <a:uFillTx/>
                <a:latin typeface="Calibri"/>
              </a:rPr>
              <a:t>&lt;Foliennummer&gt;</a:t>
            </a:fld>
            <a:endParaRPr lang="de-DE" sz="900" b="0" u="none" strike="noStrike">
              <a:solidFill>
                <a:srgbClr val="000000"/>
              </a:solidFill>
              <a:effectLst/>
              <a:uFillTx/>
              <a:latin typeface="Times New Roman"/>
            </a:endParaRPr>
          </a:p>
        </p:txBody>
      </p:sp>
    </p:spTree>
  </p:cSld>
</p:sldLayout>
</file>

<file path=ppt/slideLayouts/slideLayout7.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Vergleich">
    <p:bg>
      <p:bgPr>
        <a:solidFill>
          <a:srgbClr val="ffffff"/>
        </a:solidFill>
      </p:bgPr>
    </p:bg>
    <p:spTree>
      <p:nvGrpSpPr>
        <p:cNvPr id="1" name=""/>
        <p:cNvGrpSpPr/>
        <p:nvPr/>
      </p:nvGrpSpPr>
      <p:grpSpPr>
        <a:xfrm>
          <a:off x="0" y="0"/>
          <a:ext cx="0" cy="0"/>
          <a:chOff x="0" y="0"/>
          <a:chExt cx="0" cy="0"/>
        </a:xfrm>
      </p:grpSpPr>
      <p:sp>
        <p:nvSpPr>
          <p:cNvPr id="33" name="PlaceHolder 1"/>
          <p:cNvSpPr>
            <a:spLocks noGrp="1"/>
          </p:cNvSpPr>
          <p:nvPr>
            <p:ph type="title"/>
          </p:nvPr>
        </p:nvSpPr>
        <p:spPr>
          <a:xfrm>
            <a:off x="472320" y="527400"/>
            <a:ext cx="5910840" cy="1910520"/>
          </a:xfrm>
          <a:prstGeom prst="rect">
            <a:avLst/>
          </a:prstGeom>
          <a:noFill/>
          <a:ln w="0">
            <a:noFill/>
          </a:ln>
        </p:spPr>
        <p:txBody>
          <a:bodyPr lIns="91440" rIns="91440" tIns="45720" bIns="45720" anchor="ctr">
            <a:noAutofit/>
          </a:bodyPr>
          <a:p>
            <a:pPr indent="0" defTabSz="685800">
              <a:lnSpc>
                <a:spcPct val="90000"/>
              </a:lnSpc>
              <a:buNone/>
              <a:tabLst>
                <a:tab algn="l" pos="0"/>
              </a:tabLst>
            </a:pPr>
            <a:r>
              <a:rPr lang="de-DE" sz="3300" b="0" u="none" strike="noStrike">
                <a:solidFill>
                  <a:schemeClr val="dk1"/>
                </a:solidFill>
                <a:effectLst/>
                <a:uFillTx/>
                <a:latin typeface="Calibri Light"/>
              </a:rPr>
              <a:t>Mastertitelformat bearbeiten</a:t>
            </a:r>
            <a:endParaRPr lang="de-DE" sz="3300" b="0" u="none" strike="noStrike">
              <a:solidFill>
                <a:srgbClr val="000000"/>
              </a:solidFill>
              <a:effectLst/>
              <a:uFillTx/>
              <a:latin typeface="Arial"/>
            </a:endParaRPr>
          </a:p>
        </p:txBody>
      </p:sp>
      <p:sp>
        <p:nvSpPr>
          <p:cNvPr id="34" name="PlaceHolder 2"/>
          <p:cNvSpPr>
            <a:spLocks noGrp="1"/>
          </p:cNvSpPr>
          <p:nvPr>
            <p:ph type="body"/>
          </p:nvPr>
        </p:nvSpPr>
        <p:spPr>
          <a:xfrm>
            <a:off x="472320" y="2428200"/>
            <a:ext cx="2896920" cy="1185840"/>
          </a:xfrm>
          <a:prstGeom prst="rect">
            <a:avLst/>
          </a:prstGeom>
          <a:noFill/>
          <a:ln w="0">
            <a:noFill/>
          </a:ln>
        </p:spPr>
        <p:txBody>
          <a:bodyPr lIns="91440" rIns="91440" tIns="45720" bIns="45720" anchor="b">
            <a:noAutofit/>
          </a:bodyPr>
          <a:p>
            <a:pPr indent="0" defTabSz="685800">
              <a:lnSpc>
                <a:spcPct val="90000"/>
              </a:lnSpc>
              <a:spcBef>
                <a:spcPts val="751"/>
              </a:spcBef>
              <a:buNone/>
              <a:tabLst>
                <a:tab algn="l" pos="0"/>
              </a:tabLst>
            </a:pPr>
            <a:r>
              <a:rPr lang="de-DE" sz="1800" b="1" u="none" strike="noStrike">
                <a:solidFill>
                  <a:schemeClr val="dk1"/>
                </a:solidFill>
                <a:effectLst/>
                <a:uFillTx/>
                <a:latin typeface="Calibri"/>
              </a:rPr>
              <a:t>Mastertextformat bearbeiten</a:t>
            </a:r>
            <a:endParaRPr lang="de-DE" sz="1800" b="0" u="none" strike="noStrike">
              <a:solidFill>
                <a:srgbClr val="000000"/>
              </a:solidFill>
              <a:effectLst/>
              <a:uFillTx/>
              <a:latin typeface="Arial"/>
            </a:endParaRPr>
          </a:p>
        </p:txBody>
      </p:sp>
      <p:sp>
        <p:nvSpPr>
          <p:cNvPr id="35" name="PlaceHolder 3"/>
          <p:cNvSpPr>
            <a:spLocks noGrp="1"/>
          </p:cNvSpPr>
          <p:nvPr>
            <p:ph type="body"/>
          </p:nvPr>
        </p:nvSpPr>
        <p:spPr>
          <a:xfrm>
            <a:off x="472320" y="3618360"/>
            <a:ext cx="2896920" cy="531792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lang="de-DE" sz="2100" b="0" u="none" strike="noStrike">
                <a:solidFill>
                  <a:schemeClr val="dk1"/>
                </a:solidFill>
                <a:effectLst/>
                <a:uFillTx/>
                <a:latin typeface="Calibri"/>
              </a:rPr>
              <a:t>Mastertextformat bearbeiten</a:t>
            </a:r>
            <a:endParaRPr lang="de-DE" sz="2100" b="0" u="none" strike="noStrike">
              <a:solidFill>
                <a:srgbClr val="000000"/>
              </a:solidFill>
              <a:effectLst/>
              <a:uFillTx/>
              <a:latin typeface="Arial"/>
            </a:endParaRPr>
          </a:p>
          <a:p>
            <a:pPr marL="514440" lvl="1" indent="-171360" defTabSz="685800">
              <a:lnSpc>
                <a:spcPct val="90000"/>
              </a:lnSpc>
              <a:spcBef>
                <a:spcPts val="374"/>
              </a:spcBef>
              <a:buClr>
                <a:srgbClr val="000000"/>
              </a:buClr>
              <a:buFont typeface="Arial"/>
              <a:buChar char="•"/>
            </a:pPr>
            <a:r>
              <a:rPr lang="de-DE" sz="1800" b="0" u="none" strike="noStrike">
                <a:solidFill>
                  <a:schemeClr val="dk1"/>
                </a:solidFill>
                <a:effectLst/>
                <a:uFillTx/>
                <a:latin typeface="Calibri"/>
              </a:rPr>
              <a:t>Zweite Ebene</a:t>
            </a:r>
            <a:endParaRPr lang="de-DE" sz="1800" b="0" u="none" strike="noStrike">
              <a:solidFill>
                <a:srgbClr val="000000"/>
              </a:solidFill>
              <a:effectLst/>
              <a:uFillTx/>
              <a:latin typeface="Arial"/>
            </a:endParaRPr>
          </a:p>
          <a:p>
            <a:pPr marL="857160" lvl="2" indent="-171360" defTabSz="685800">
              <a:lnSpc>
                <a:spcPct val="90000"/>
              </a:lnSpc>
              <a:spcBef>
                <a:spcPts val="374"/>
              </a:spcBef>
              <a:buClr>
                <a:srgbClr val="000000"/>
              </a:buClr>
              <a:buFont typeface="Arial"/>
              <a:buChar char="•"/>
            </a:pPr>
            <a:r>
              <a:rPr lang="de-DE" sz="1500" b="0" u="none" strike="noStrike">
                <a:solidFill>
                  <a:schemeClr val="dk1"/>
                </a:solidFill>
                <a:effectLst/>
                <a:uFillTx/>
                <a:latin typeface="Calibri"/>
              </a:rPr>
              <a:t>Dritte Ebene</a:t>
            </a:r>
            <a:endParaRPr lang="de-DE" sz="1500" b="0" u="none" strike="noStrike">
              <a:solidFill>
                <a:srgbClr val="000000"/>
              </a:solidFill>
              <a:effectLst/>
              <a:uFillTx/>
              <a:latin typeface="Arial"/>
            </a:endParaRPr>
          </a:p>
          <a:p>
            <a:pPr marL="1200240" lvl="3"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Vierte Ebene</a:t>
            </a:r>
            <a:endParaRPr lang="de-DE" sz="1350" b="0" u="none" strike="noStrike">
              <a:solidFill>
                <a:srgbClr val="000000"/>
              </a:solidFill>
              <a:effectLst/>
              <a:uFillTx/>
              <a:latin typeface="Arial"/>
            </a:endParaRPr>
          </a:p>
          <a:p>
            <a:pPr marL="1542960" lvl="4"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Fünfte Ebene</a:t>
            </a:r>
            <a:endParaRPr lang="de-DE" sz="1350" b="0" u="none" strike="noStrike">
              <a:solidFill>
                <a:srgbClr val="000000"/>
              </a:solidFill>
              <a:effectLst/>
              <a:uFillTx/>
              <a:latin typeface="Arial"/>
            </a:endParaRPr>
          </a:p>
        </p:txBody>
      </p:sp>
      <p:sp>
        <p:nvSpPr>
          <p:cNvPr id="36" name="PlaceHolder 4"/>
          <p:cNvSpPr>
            <a:spLocks noGrp="1"/>
          </p:cNvSpPr>
          <p:nvPr>
            <p:ph type="body"/>
          </p:nvPr>
        </p:nvSpPr>
        <p:spPr>
          <a:xfrm>
            <a:off x="3471840" y="2428200"/>
            <a:ext cx="2911320" cy="1185840"/>
          </a:xfrm>
          <a:prstGeom prst="rect">
            <a:avLst/>
          </a:prstGeom>
          <a:noFill/>
          <a:ln w="0">
            <a:noFill/>
          </a:ln>
        </p:spPr>
        <p:txBody>
          <a:bodyPr lIns="91440" rIns="91440" tIns="45720" bIns="45720" anchor="b">
            <a:noAutofit/>
          </a:bodyPr>
          <a:p>
            <a:pPr indent="0" defTabSz="685800">
              <a:lnSpc>
                <a:spcPct val="90000"/>
              </a:lnSpc>
              <a:spcBef>
                <a:spcPts val="751"/>
              </a:spcBef>
              <a:buNone/>
              <a:tabLst>
                <a:tab algn="l" pos="0"/>
              </a:tabLst>
            </a:pPr>
            <a:r>
              <a:rPr lang="de-DE" sz="1800" b="1" u="none" strike="noStrike">
                <a:solidFill>
                  <a:schemeClr val="dk1"/>
                </a:solidFill>
                <a:effectLst/>
                <a:uFillTx/>
                <a:latin typeface="Calibri"/>
              </a:rPr>
              <a:t>Mastertextformat bearbeiten</a:t>
            </a:r>
            <a:endParaRPr lang="de-DE" sz="1800" b="0" u="none" strike="noStrike">
              <a:solidFill>
                <a:srgbClr val="000000"/>
              </a:solidFill>
              <a:effectLst/>
              <a:uFillTx/>
              <a:latin typeface="Arial"/>
            </a:endParaRPr>
          </a:p>
        </p:txBody>
      </p:sp>
      <p:sp>
        <p:nvSpPr>
          <p:cNvPr id="37" name="PlaceHolder 5"/>
          <p:cNvSpPr>
            <a:spLocks noGrp="1"/>
          </p:cNvSpPr>
          <p:nvPr>
            <p:ph type="body"/>
          </p:nvPr>
        </p:nvSpPr>
        <p:spPr>
          <a:xfrm>
            <a:off x="3471840" y="3618360"/>
            <a:ext cx="2911320" cy="531792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lang="de-DE" sz="2100" b="0" u="none" strike="noStrike">
                <a:solidFill>
                  <a:schemeClr val="dk1"/>
                </a:solidFill>
                <a:effectLst/>
                <a:uFillTx/>
                <a:latin typeface="Calibri"/>
              </a:rPr>
              <a:t>Mastertextformat bearbeiten</a:t>
            </a:r>
            <a:endParaRPr lang="de-DE" sz="2100" b="0" u="none" strike="noStrike">
              <a:solidFill>
                <a:srgbClr val="000000"/>
              </a:solidFill>
              <a:effectLst/>
              <a:uFillTx/>
              <a:latin typeface="Arial"/>
            </a:endParaRPr>
          </a:p>
          <a:p>
            <a:pPr marL="514440" lvl="1" indent="-171360" defTabSz="685800">
              <a:lnSpc>
                <a:spcPct val="90000"/>
              </a:lnSpc>
              <a:spcBef>
                <a:spcPts val="374"/>
              </a:spcBef>
              <a:buClr>
                <a:srgbClr val="000000"/>
              </a:buClr>
              <a:buFont typeface="Arial"/>
              <a:buChar char="•"/>
            </a:pPr>
            <a:r>
              <a:rPr lang="de-DE" sz="1800" b="0" u="none" strike="noStrike">
                <a:solidFill>
                  <a:schemeClr val="dk1"/>
                </a:solidFill>
                <a:effectLst/>
                <a:uFillTx/>
                <a:latin typeface="Calibri"/>
              </a:rPr>
              <a:t>Zweite Ebene</a:t>
            </a:r>
            <a:endParaRPr lang="de-DE" sz="1800" b="0" u="none" strike="noStrike">
              <a:solidFill>
                <a:srgbClr val="000000"/>
              </a:solidFill>
              <a:effectLst/>
              <a:uFillTx/>
              <a:latin typeface="Arial"/>
            </a:endParaRPr>
          </a:p>
          <a:p>
            <a:pPr marL="857160" lvl="2" indent="-171360" defTabSz="685800">
              <a:lnSpc>
                <a:spcPct val="90000"/>
              </a:lnSpc>
              <a:spcBef>
                <a:spcPts val="374"/>
              </a:spcBef>
              <a:buClr>
                <a:srgbClr val="000000"/>
              </a:buClr>
              <a:buFont typeface="Arial"/>
              <a:buChar char="•"/>
            </a:pPr>
            <a:r>
              <a:rPr lang="de-DE" sz="1500" b="0" u="none" strike="noStrike">
                <a:solidFill>
                  <a:schemeClr val="dk1"/>
                </a:solidFill>
                <a:effectLst/>
                <a:uFillTx/>
                <a:latin typeface="Calibri"/>
              </a:rPr>
              <a:t>Dritte Ebene</a:t>
            </a:r>
            <a:endParaRPr lang="de-DE" sz="1500" b="0" u="none" strike="noStrike">
              <a:solidFill>
                <a:srgbClr val="000000"/>
              </a:solidFill>
              <a:effectLst/>
              <a:uFillTx/>
              <a:latin typeface="Arial"/>
            </a:endParaRPr>
          </a:p>
          <a:p>
            <a:pPr marL="1200240" lvl="3"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Vierte Ebene</a:t>
            </a:r>
            <a:endParaRPr lang="de-DE" sz="1350" b="0" u="none" strike="noStrike">
              <a:solidFill>
                <a:srgbClr val="000000"/>
              </a:solidFill>
              <a:effectLst/>
              <a:uFillTx/>
              <a:latin typeface="Arial"/>
            </a:endParaRPr>
          </a:p>
          <a:p>
            <a:pPr marL="1542960" lvl="4" indent="-171360" defTabSz="685800">
              <a:lnSpc>
                <a:spcPct val="90000"/>
              </a:lnSpc>
              <a:spcBef>
                <a:spcPts val="374"/>
              </a:spcBef>
              <a:buClr>
                <a:srgbClr val="000000"/>
              </a:buClr>
              <a:buFont typeface="Arial"/>
              <a:buChar char="•"/>
            </a:pPr>
            <a:r>
              <a:rPr lang="de-DE" sz="1350" b="0" u="none" strike="noStrike">
                <a:solidFill>
                  <a:schemeClr val="dk1"/>
                </a:solidFill>
                <a:effectLst/>
                <a:uFillTx/>
                <a:latin typeface="Calibri"/>
              </a:rPr>
              <a:t>Fünfte Ebene</a:t>
            </a:r>
            <a:endParaRPr lang="de-DE" sz="1350" b="0" u="none" strike="noStrike">
              <a:solidFill>
                <a:srgbClr val="000000"/>
              </a:solidFill>
              <a:effectLst/>
              <a:uFillTx/>
              <a:latin typeface="Arial"/>
            </a:endParaRPr>
          </a:p>
        </p:txBody>
      </p:sp>
      <p:sp>
        <p:nvSpPr>
          <p:cNvPr id="38" name="PlaceHolder 6"/>
          <p:cNvSpPr>
            <a:spLocks noGrp="1"/>
          </p:cNvSpPr>
          <p:nvPr>
            <p:ph type="dt" idx="19"/>
          </p:nvPr>
        </p:nvSpPr>
        <p:spPr>
          <a:xfrm>
            <a:off x="471600" y="9181440"/>
            <a:ext cx="1538640" cy="5230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de-DE" sz="900" b="0" u="none" strike="noStrike">
                <a:solidFill>
                  <a:schemeClr val="dk1">
                    <a:tint val="75000"/>
                  </a:schemeClr>
                </a:solidFill>
                <a:effectLst/>
                <a:uFillTx/>
                <a:latin typeface="Calibri"/>
              </a:rPr>
              <a:t>&lt;Datum/Uhrzeit&gt;</a:t>
            </a:r>
            <a:endParaRPr lang="de-DE" sz="900" b="0" u="none" strike="noStrike">
              <a:solidFill>
                <a:srgbClr val="000000"/>
              </a:solidFill>
              <a:effectLst/>
              <a:uFillTx/>
              <a:latin typeface="Times New Roman"/>
            </a:endParaRPr>
          </a:p>
        </p:txBody>
      </p:sp>
      <p:sp>
        <p:nvSpPr>
          <p:cNvPr id="39" name="PlaceHolder 7"/>
          <p:cNvSpPr>
            <a:spLocks noGrp="1"/>
          </p:cNvSpPr>
          <p:nvPr>
            <p:ph type="ftr" idx="20"/>
          </p:nvPr>
        </p:nvSpPr>
        <p:spPr>
          <a:xfrm>
            <a:off x="2271600" y="9181440"/>
            <a:ext cx="2310120" cy="523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de-DE" sz="1400" b="0" u="none" strike="noStrike">
                <a:solidFill>
                  <a:srgbClr val="000000"/>
                </a:solidFill>
                <a:effectLst/>
                <a:uFillTx/>
                <a:latin typeface="Times New Roman"/>
              </a:defRPr>
            </a:lvl1pPr>
          </a:lstStyle>
          <a:p>
            <a:pPr indent="0" algn="ctr">
              <a:lnSpc>
                <a:spcPct val="100000"/>
              </a:lnSpc>
              <a:buNone/>
              <a:tabLst>
                <a:tab algn="l" pos="0"/>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40" name="PlaceHolder 8"/>
          <p:cNvSpPr>
            <a:spLocks noGrp="1"/>
          </p:cNvSpPr>
          <p:nvPr>
            <p:ph type="sldNum" idx="21"/>
          </p:nvPr>
        </p:nvSpPr>
        <p:spPr>
          <a:xfrm>
            <a:off x="4843440" y="9181440"/>
            <a:ext cx="1538640" cy="5230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F4ECCF29-E525-4BEE-98A3-202FA60B099C}" type="slidenum">
              <a:rPr lang="de-DE" sz="900" b="0" u="none" strike="noStrike">
                <a:solidFill>
                  <a:schemeClr val="dk1">
                    <a:tint val="75000"/>
                  </a:schemeClr>
                </a:solidFill>
                <a:effectLst/>
                <a:uFillTx/>
                <a:latin typeface="Calibri"/>
              </a:rPr>
              <a:t>&lt;Foliennummer&gt;</a:t>
            </a:fld>
            <a:endParaRPr lang="de-DE" sz="900" b="0" u="none" strike="noStrike">
              <a:solidFill>
                <a:srgbClr val="000000"/>
              </a:solidFill>
              <a:effectLst/>
              <a:uFillTx/>
              <a:latin typeface="Times New Roman"/>
            </a:endParaRPr>
          </a:p>
        </p:txBody>
      </p:sp>
    </p:spTree>
  </p:cSld>
</p:sldLayout>
</file>

<file path=ppt/slideLayouts/slideLayout8.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titleOnly" preserve="1">
  <p:cSld name="Nur Titel">
    <p:bg>
      <p:bgPr>
        <a:solidFill>
          <a:srgbClr val="ffffff"/>
        </a:solidFill>
      </p:bgPr>
    </p:bg>
    <p:spTree>
      <p:nvGrpSpPr>
        <p:cNvPr id="1" name=""/>
        <p:cNvGrpSpPr/>
        <p:nvPr/>
      </p:nvGrpSpPr>
      <p:grpSpPr>
        <a:xfrm>
          <a:off x="0" y="0"/>
          <a:ext cx="0" cy="0"/>
          <a:chOff x="0" y="0"/>
          <a:chExt cx="0" cy="0"/>
        </a:xfrm>
      </p:grpSpPr>
      <p:sp>
        <p:nvSpPr>
          <p:cNvPr id="41" name="PlaceHolder 1"/>
          <p:cNvSpPr>
            <a:spLocks noGrp="1"/>
          </p:cNvSpPr>
          <p:nvPr>
            <p:ph type="title"/>
          </p:nvPr>
        </p:nvSpPr>
        <p:spPr>
          <a:xfrm>
            <a:off x="471600" y="527400"/>
            <a:ext cx="5910840" cy="1910520"/>
          </a:xfrm>
          <a:prstGeom prst="rect">
            <a:avLst/>
          </a:prstGeom>
          <a:noFill/>
          <a:ln w="0">
            <a:noFill/>
          </a:ln>
        </p:spPr>
        <p:txBody>
          <a:bodyPr lIns="91440" rIns="91440" tIns="45720" bIns="45720" anchor="ctr">
            <a:noAutofit/>
          </a:bodyPr>
          <a:p>
            <a:pPr indent="0" defTabSz="685800">
              <a:lnSpc>
                <a:spcPct val="90000"/>
              </a:lnSpc>
              <a:buNone/>
              <a:tabLst>
                <a:tab algn="l" pos="0"/>
              </a:tabLst>
            </a:pPr>
            <a:r>
              <a:rPr lang="de-DE" sz="3300" b="0" u="none" strike="noStrike">
                <a:solidFill>
                  <a:schemeClr val="dk1"/>
                </a:solidFill>
                <a:effectLst/>
                <a:uFillTx/>
                <a:latin typeface="Calibri Light"/>
              </a:rPr>
              <a:t>Mastertitelformat bearbeiten</a:t>
            </a:r>
            <a:endParaRPr lang="de-DE" sz="3300" b="0" u="none" strike="noStrike">
              <a:solidFill>
                <a:srgbClr val="000000"/>
              </a:solidFill>
              <a:effectLst/>
              <a:uFillTx/>
              <a:latin typeface="Arial"/>
            </a:endParaRPr>
          </a:p>
        </p:txBody>
      </p:sp>
      <p:sp>
        <p:nvSpPr>
          <p:cNvPr id="42" name="PlaceHolder 2"/>
          <p:cNvSpPr>
            <a:spLocks noGrp="1"/>
          </p:cNvSpPr>
          <p:nvPr>
            <p:ph type="dt" idx="22"/>
          </p:nvPr>
        </p:nvSpPr>
        <p:spPr>
          <a:xfrm>
            <a:off x="471600" y="9181440"/>
            <a:ext cx="1538640" cy="5230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de-DE" sz="900" b="0" u="none" strike="noStrike">
                <a:solidFill>
                  <a:schemeClr val="dk1">
                    <a:tint val="75000"/>
                  </a:schemeClr>
                </a:solidFill>
                <a:effectLst/>
                <a:uFillTx/>
                <a:latin typeface="Calibri"/>
              </a:rPr>
              <a:t>&lt;Datum/Uhrzeit&gt;</a:t>
            </a:r>
            <a:endParaRPr lang="de-DE" sz="900" b="0" u="none" strike="noStrike">
              <a:solidFill>
                <a:srgbClr val="000000"/>
              </a:solidFill>
              <a:effectLst/>
              <a:uFillTx/>
              <a:latin typeface="Times New Roman"/>
            </a:endParaRPr>
          </a:p>
        </p:txBody>
      </p:sp>
      <p:sp>
        <p:nvSpPr>
          <p:cNvPr id="43" name="PlaceHolder 3"/>
          <p:cNvSpPr>
            <a:spLocks noGrp="1"/>
          </p:cNvSpPr>
          <p:nvPr>
            <p:ph type="ftr" idx="23"/>
          </p:nvPr>
        </p:nvSpPr>
        <p:spPr>
          <a:xfrm>
            <a:off x="2271600" y="9181440"/>
            <a:ext cx="2310120" cy="523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de-DE" sz="1400" b="0" u="none" strike="noStrike">
                <a:solidFill>
                  <a:srgbClr val="000000"/>
                </a:solidFill>
                <a:effectLst/>
                <a:uFillTx/>
                <a:latin typeface="Times New Roman"/>
              </a:defRPr>
            </a:lvl1pPr>
          </a:lstStyle>
          <a:p>
            <a:pPr indent="0" algn="ctr">
              <a:lnSpc>
                <a:spcPct val="100000"/>
              </a:lnSpc>
              <a:buNone/>
              <a:tabLst>
                <a:tab algn="l" pos="0"/>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44" name="PlaceHolder 4"/>
          <p:cNvSpPr>
            <a:spLocks noGrp="1"/>
          </p:cNvSpPr>
          <p:nvPr>
            <p:ph type="sldNum" idx="24"/>
          </p:nvPr>
        </p:nvSpPr>
        <p:spPr>
          <a:xfrm>
            <a:off x="4843440" y="9181440"/>
            <a:ext cx="1538640" cy="5230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0D4DDCCE-5E3D-4036-9D47-6FC052B7DD71}" type="slidenum">
              <a:rPr lang="de-DE" sz="900" b="0" u="none" strike="noStrike">
                <a:solidFill>
                  <a:schemeClr val="dk1">
                    <a:tint val="75000"/>
                  </a:schemeClr>
                </a:solidFill>
                <a:effectLst/>
                <a:uFillTx/>
                <a:latin typeface="Calibri"/>
              </a:rPr>
              <a:t>&lt;Foliennummer&gt;</a:t>
            </a:fld>
            <a:endParaRPr lang="de-DE" sz="900" b="0" u="none" strike="noStrike">
              <a:solidFill>
                <a:srgbClr val="000000"/>
              </a:solidFill>
              <a:effectLst/>
              <a:uFillTx/>
              <a:latin typeface="Times New Roman"/>
            </a:endParaRPr>
          </a:p>
        </p:txBody>
      </p:sp>
    </p:spTree>
  </p:cSld>
</p:sldLayout>
</file>

<file path=ppt/slideLayouts/slideLayout9.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Leer">
    <p:bg>
      <p:bgPr>
        <a:solidFill>
          <a:srgbClr val="ffffff"/>
        </a:solidFill>
      </p:bgPr>
    </p:bg>
    <p:spTree>
      <p:nvGrpSpPr>
        <p:cNvPr id="1" name=""/>
        <p:cNvGrpSpPr/>
        <p:nvPr/>
      </p:nvGrpSpPr>
      <p:grpSpPr>
        <a:xfrm>
          <a:off x="0" y="0"/>
          <a:ext cx="0" cy="0"/>
          <a:chOff x="0" y="0"/>
          <a:chExt cx="0" cy="0"/>
        </a:xfrm>
      </p:grpSpPr>
      <p:sp>
        <p:nvSpPr>
          <p:cNvPr id="45" name="PlaceHolder 1"/>
          <p:cNvSpPr>
            <a:spLocks noGrp="1"/>
          </p:cNvSpPr>
          <p:nvPr>
            <p:ph type="dt" idx="25"/>
          </p:nvPr>
        </p:nvSpPr>
        <p:spPr>
          <a:xfrm>
            <a:off x="471600" y="9181440"/>
            <a:ext cx="1538640" cy="5230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de-DE" sz="900" b="0" u="none" strike="noStrike">
                <a:solidFill>
                  <a:schemeClr val="dk1">
                    <a:tint val="75000"/>
                  </a:schemeClr>
                </a:solidFill>
                <a:effectLst/>
                <a:uFillTx/>
                <a:latin typeface="Calibri"/>
              </a:rPr>
              <a:t>&lt;Datum/Uhrzeit&gt;</a:t>
            </a:r>
            <a:endParaRPr lang="de-DE" sz="900" b="0" u="none" strike="noStrike">
              <a:solidFill>
                <a:srgbClr val="000000"/>
              </a:solidFill>
              <a:effectLst/>
              <a:uFillTx/>
              <a:latin typeface="Times New Roman"/>
            </a:endParaRPr>
          </a:p>
        </p:txBody>
      </p:sp>
      <p:sp>
        <p:nvSpPr>
          <p:cNvPr id="46" name="PlaceHolder 2"/>
          <p:cNvSpPr>
            <a:spLocks noGrp="1"/>
          </p:cNvSpPr>
          <p:nvPr>
            <p:ph type="ftr" idx="26"/>
          </p:nvPr>
        </p:nvSpPr>
        <p:spPr>
          <a:xfrm>
            <a:off x="2271600" y="9181440"/>
            <a:ext cx="2310120" cy="523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de-DE" sz="1400" b="0" u="none" strike="noStrike">
                <a:solidFill>
                  <a:srgbClr val="000000"/>
                </a:solidFill>
                <a:effectLst/>
                <a:uFillTx/>
                <a:latin typeface="Times New Roman"/>
              </a:defRPr>
            </a:lvl1pPr>
          </a:lstStyle>
          <a:p>
            <a:pPr indent="0" algn="ctr">
              <a:lnSpc>
                <a:spcPct val="100000"/>
              </a:lnSpc>
              <a:buNone/>
              <a:tabLst>
                <a:tab algn="l" pos="0"/>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47" name="PlaceHolder 3"/>
          <p:cNvSpPr>
            <a:spLocks noGrp="1"/>
          </p:cNvSpPr>
          <p:nvPr>
            <p:ph type="sldNum" idx="27"/>
          </p:nvPr>
        </p:nvSpPr>
        <p:spPr>
          <a:xfrm>
            <a:off x="4843440" y="9181440"/>
            <a:ext cx="1538640" cy="5230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64DBDD6A-1845-4FD7-9072-DB03ECB89D48}" type="slidenum">
              <a:rPr lang="de-DE" sz="900" b="0" u="none" strike="noStrike">
                <a:solidFill>
                  <a:schemeClr val="dk1">
                    <a:tint val="75000"/>
                  </a:schemeClr>
                </a:solidFill>
                <a:effectLst/>
                <a:uFillTx/>
                <a:latin typeface="Calibri"/>
              </a:rPr>
              <a:t>&lt;Foliennummer&gt;</a:t>
            </a:fld>
            <a:endParaRPr lang="de-DE" sz="900" b="0" u="none" strike="noStrike">
              <a:solidFill>
                <a:srgbClr val="000000"/>
              </a:solidFill>
              <a:effectLst/>
              <a:uFillTx/>
              <a:latin typeface="Times New Roman"/>
            </a:endParaRPr>
          </a:p>
        </p:txBody>
      </p:sp>
    </p:spTree>
  </p:cSld>
</p:sldLayout>
</file>

<file path=ppt/slideLayouts/slideLayout10.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Inhalt mit Überschrift">
    <p:bg>
      <p:bgPr>
        <a:solidFill>
          <a:srgbClr val="ffffff"/>
        </a:solidFill>
      </p:bgPr>
    </p:bg>
    <p:spTree>
      <p:nvGrpSpPr>
        <p:cNvPr id="1" name=""/>
        <p:cNvGrpSpPr/>
        <p:nvPr/>
      </p:nvGrpSpPr>
      <p:grpSpPr>
        <a:xfrm>
          <a:off x="0" y="0"/>
          <a:ext cx="0" cy="0"/>
          <a:chOff x="0" y="0"/>
          <a:chExt cx="0" cy="0"/>
        </a:xfrm>
      </p:grpSpPr>
      <p:sp>
        <p:nvSpPr>
          <p:cNvPr id="48" name="PlaceHolder 1"/>
          <p:cNvSpPr>
            <a:spLocks noGrp="1"/>
          </p:cNvSpPr>
          <p:nvPr>
            <p:ph type="title"/>
          </p:nvPr>
        </p:nvSpPr>
        <p:spPr>
          <a:xfrm>
            <a:off x="472320" y="660240"/>
            <a:ext cx="2207520" cy="2307240"/>
          </a:xfrm>
          <a:prstGeom prst="rect">
            <a:avLst/>
          </a:prstGeom>
          <a:noFill/>
          <a:ln w="0">
            <a:noFill/>
          </a:ln>
        </p:spPr>
        <p:txBody>
          <a:bodyPr lIns="91440" rIns="91440" tIns="45720" bIns="45720" anchor="b">
            <a:noAutofit/>
          </a:bodyPr>
          <a:p>
            <a:pPr indent="0" defTabSz="685800">
              <a:lnSpc>
                <a:spcPct val="90000"/>
              </a:lnSpc>
              <a:buNone/>
              <a:tabLst>
                <a:tab algn="l" pos="0"/>
              </a:tabLst>
            </a:pPr>
            <a:r>
              <a:rPr lang="de-DE" sz="2400" b="0" u="none" strike="noStrike">
                <a:solidFill>
                  <a:schemeClr val="dk1"/>
                </a:solidFill>
                <a:effectLst/>
                <a:uFillTx/>
                <a:latin typeface="Calibri Light"/>
              </a:rPr>
              <a:t>Mastertitelformat bearbeiten</a:t>
            </a:r>
            <a:endParaRPr lang="de-DE" sz="2400" b="0" u="none" strike="noStrike">
              <a:solidFill>
                <a:srgbClr val="000000"/>
              </a:solidFill>
              <a:effectLst/>
              <a:uFillTx/>
              <a:latin typeface="Arial"/>
            </a:endParaRPr>
          </a:p>
        </p:txBody>
      </p:sp>
      <p:sp>
        <p:nvSpPr>
          <p:cNvPr id="49" name="PlaceHolder 2"/>
          <p:cNvSpPr>
            <a:spLocks noGrp="1"/>
          </p:cNvSpPr>
          <p:nvPr>
            <p:ph type="body"/>
          </p:nvPr>
        </p:nvSpPr>
        <p:spPr>
          <a:xfrm>
            <a:off x="2915640" y="1426320"/>
            <a:ext cx="3467520" cy="7035480"/>
          </a:xfrm>
          <a:prstGeom prst="rect">
            <a:avLst/>
          </a:prstGeom>
          <a:noFill/>
          <a:ln w="0">
            <a:noFill/>
          </a:ln>
        </p:spPr>
        <p:txBody>
          <a:bodyPr lIns="91440" rIns="91440" tIns="45720" bIns="45720" anchor="t">
            <a:noAutofit/>
          </a:bodyPr>
          <a:p>
            <a:pPr marL="171360" indent="-171360" defTabSz="685800">
              <a:lnSpc>
                <a:spcPct val="90000"/>
              </a:lnSpc>
              <a:spcBef>
                <a:spcPts val="751"/>
              </a:spcBef>
              <a:buClr>
                <a:srgbClr val="000000"/>
              </a:buClr>
              <a:buFont typeface="Arial"/>
              <a:buChar char="•"/>
            </a:pPr>
            <a:r>
              <a:rPr lang="de-DE" sz="2400" b="0" u="none" strike="noStrike">
                <a:solidFill>
                  <a:schemeClr val="dk1"/>
                </a:solidFill>
                <a:effectLst/>
                <a:uFillTx/>
                <a:latin typeface="Calibri"/>
              </a:rPr>
              <a:t>Mastertextformat bearbeiten</a:t>
            </a:r>
            <a:endParaRPr lang="de-DE" sz="2400" b="0" u="none" strike="noStrike">
              <a:solidFill>
                <a:srgbClr val="000000"/>
              </a:solidFill>
              <a:effectLst/>
              <a:uFillTx/>
              <a:latin typeface="Arial"/>
            </a:endParaRPr>
          </a:p>
          <a:p>
            <a:pPr marL="514440" lvl="1" indent="-171360" defTabSz="685800">
              <a:lnSpc>
                <a:spcPct val="90000"/>
              </a:lnSpc>
              <a:spcBef>
                <a:spcPts val="374"/>
              </a:spcBef>
              <a:buClr>
                <a:srgbClr val="000000"/>
              </a:buClr>
              <a:buFont typeface="Arial"/>
              <a:buChar char="•"/>
            </a:pPr>
            <a:r>
              <a:rPr lang="de-DE" sz="2100" b="0" u="none" strike="noStrike">
                <a:solidFill>
                  <a:schemeClr val="dk1"/>
                </a:solidFill>
                <a:effectLst/>
                <a:uFillTx/>
                <a:latin typeface="Calibri"/>
              </a:rPr>
              <a:t>Zweite Ebene</a:t>
            </a:r>
            <a:endParaRPr lang="de-DE" sz="2100" b="0" u="none" strike="noStrike">
              <a:solidFill>
                <a:srgbClr val="000000"/>
              </a:solidFill>
              <a:effectLst/>
              <a:uFillTx/>
              <a:latin typeface="Arial"/>
            </a:endParaRPr>
          </a:p>
          <a:p>
            <a:pPr marL="857160" lvl="2" indent="-171360" defTabSz="685800">
              <a:lnSpc>
                <a:spcPct val="90000"/>
              </a:lnSpc>
              <a:spcBef>
                <a:spcPts val="374"/>
              </a:spcBef>
              <a:buClr>
                <a:srgbClr val="000000"/>
              </a:buClr>
              <a:buFont typeface="Arial"/>
              <a:buChar char="•"/>
            </a:pPr>
            <a:r>
              <a:rPr lang="de-DE" sz="1800" b="0" u="none" strike="noStrike">
                <a:solidFill>
                  <a:schemeClr val="dk1"/>
                </a:solidFill>
                <a:effectLst/>
                <a:uFillTx/>
                <a:latin typeface="Calibri"/>
              </a:rPr>
              <a:t>Dritte Ebene</a:t>
            </a:r>
            <a:endParaRPr lang="de-DE" sz="1800" b="0" u="none" strike="noStrike">
              <a:solidFill>
                <a:srgbClr val="000000"/>
              </a:solidFill>
              <a:effectLst/>
              <a:uFillTx/>
              <a:latin typeface="Arial"/>
            </a:endParaRPr>
          </a:p>
          <a:p>
            <a:pPr marL="1200240" lvl="3" indent="-171360" defTabSz="685800">
              <a:lnSpc>
                <a:spcPct val="90000"/>
              </a:lnSpc>
              <a:spcBef>
                <a:spcPts val="374"/>
              </a:spcBef>
              <a:buClr>
                <a:srgbClr val="000000"/>
              </a:buClr>
              <a:buFont typeface="Arial"/>
              <a:buChar char="•"/>
            </a:pPr>
            <a:r>
              <a:rPr lang="de-DE" sz="1500" b="0" u="none" strike="noStrike">
                <a:solidFill>
                  <a:schemeClr val="dk1"/>
                </a:solidFill>
                <a:effectLst/>
                <a:uFillTx/>
                <a:latin typeface="Calibri"/>
              </a:rPr>
              <a:t>Vierte Ebene</a:t>
            </a:r>
            <a:endParaRPr lang="de-DE" sz="1500" b="0" u="none" strike="noStrike">
              <a:solidFill>
                <a:srgbClr val="000000"/>
              </a:solidFill>
              <a:effectLst/>
              <a:uFillTx/>
              <a:latin typeface="Arial"/>
            </a:endParaRPr>
          </a:p>
          <a:p>
            <a:pPr marL="1542960" lvl="4" indent="-171360" defTabSz="685800">
              <a:lnSpc>
                <a:spcPct val="90000"/>
              </a:lnSpc>
              <a:spcBef>
                <a:spcPts val="374"/>
              </a:spcBef>
              <a:buClr>
                <a:srgbClr val="000000"/>
              </a:buClr>
              <a:buFont typeface="Arial"/>
              <a:buChar char="•"/>
            </a:pPr>
            <a:r>
              <a:rPr lang="de-DE" sz="1500" b="0" u="none" strike="noStrike">
                <a:solidFill>
                  <a:schemeClr val="dk1"/>
                </a:solidFill>
                <a:effectLst/>
                <a:uFillTx/>
                <a:latin typeface="Calibri"/>
              </a:rPr>
              <a:t>Fünfte Ebene</a:t>
            </a:r>
            <a:endParaRPr lang="de-DE" sz="1500" b="0" u="none" strike="noStrike">
              <a:solidFill>
                <a:srgbClr val="000000"/>
              </a:solidFill>
              <a:effectLst/>
              <a:uFillTx/>
              <a:latin typeface="Arial"/>
            </a:endParaRPr>
          </a:p>
        </p:txBody>
      </p:sp>
      <p:sp>
        <p:nvSpPr>
          <p:cNvPr id="50" name="PlaceHolder 3"/>
          <p:cNvSpPr>
            <a:spLocks noGrp="1"/>
          </p:cNvSpPr>
          <p:nvPr>
            <p:ph type="body"/>
          </p:nvPr>
        </p:nvSpPr>
        <p:spPr>
          <a:xfrm>
            <a:off x="472320" y="2971800"/>
            <a:ext cx="2207520" cy="5501160"/>
          </a:xfrm>
          <a:prstGeom prst="rect">
            <a:avLst/>
          </a:prstGeom>
          <a:noFill/>
          <a:ln w="0">
            <a:noFill/>
          </a:ln>
        </p:spPr>
        <p:txBody>
          <a:bodyPr lIns="91440" rIns="91440" tIns="45720" bIns="45720" anchor="t">
            <a:noAutofit/>
          </a:bodyPr>
          <a:p>
            <a:pPr indent="0" defTabSz="685800">
              <a:lnSpc>
                <a:spcPct val="90000"/>
              </a:lnSpc>
              <a:spcBef>
                <a:spcPts val="751"/>
              </a:spcBef>
              <a:buNone/>
              <a:tabLst>
                <a:tab algn="l" pos="0"/>
              </a:tabLst>
            </a:pPr>
            <a:r>
              <a:rPr lang="de-DE" sz="1200" b="0" u="none" strike="noStrike">
                <a:solidFill>
                  <a:schemeClr val="dk1"/>
                </a:solidFill>
                <a:effectLst/>
                <a:uFillTx/>
                <a:latin typeface="Calibri"/>
              </a:rPr>
              <a:t>Mastertextformat bearbeiten</a:t>
            </a:r>
            <a:endParaRPr lang="de-DE" sz="1200" b="0" u="none" strike="noStrike">
              <a:solidFill>
                <a:srgbClr val="000000"/>
              </a:solidFill>
              <a:effectLst/>
              <a:uFillTx/>
              <a:latin typeface="Arial"/>
            </a:endParaRPr>
          </a:p>
        </p:txBody>
      </p:sp>
      <p:sp>
        <p:nvSpPr>
          <p:cNvPr id="51" name="PlaceHolder 4"/>
          <p:cNvSpPr>
            <a:spLocks noGrp="1"/>
          </p:cNvSpPr>
          <p:nvPr>
            <p:ph type="dt" idx="28"/>
          </p:nvPr>
        </p:nvSpPr>
        <p:spPr>
          <a:xfrm>
            <a:off x="471600" y="9181440"/>
            <a:ext cx="1538640" cy="5230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de-DE" sz="900" b="0" u="none" strike="noStrike">
                <a:solidFill>
                  <a:schemeClr val="dk1">
                    <a:tint val="75000"/>
                  </a:schemeClr>
                </a:solidFill>
                <a:effectLst/>
                <a:uFillTx/>
                <a:latin typeface="Calibri"/>
              </a:rPr>
              <a:t>&lt;Datum/Uhrzeit&gt;</a:t>
            </a:r>
            <a:endParaRPr lang="de-DE" sz="900" b="0" u="none" strike="noStrike">
              <a:solidFill>
                <a:srgbClr val="000000"/>
              </a:solidFill>
              <a:effectLst/>
              <a:uFillTx/>
              <a:latin typeface="Times New Roman"/>
            </a:endParaRPr>
          </a:p>
        </p:txBody>
      </p:sp>
      <p:sp>
        <p:nvSpPr>
          <p:cNvPr id="52" name="PlaceHolder 5"/>
          <p:cNvSpPr>
            <a:spLocks noGrp="1"/>
          </p:cNvSpPr>
          <p:nvPr>
            <p:ph type="ftr" idx="29"/>
          </p:nvPr>
        </p:nvSpPr>
        <p:spPr>
          <a:xfrm>
            <a:off x="2271600" y="9181440"/>
            <a:ext cx="2310120" cy="523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de-DE" sz="1400" b="0" u="none" strike="noStrike">
                <a:solidFill>
                  <a:srgbClr val="000000"/>
                </a:solidFill>
                <a:effectLst/>
                <a:uFillTx/>
                <a:latin typeface="Times New Roman"/>
              </a:defRPr>
            </a:lvl1pPr>
          </a:lstStyle>
          <a:p>
            <a:pPr indent="0" algn="ctr">
              <a:lnSpc>
                <a:spcPct val="100000"/>
              </a:lnSpc>
              <a:buNone/>
              <a:tabLst>
                <a:tab algn="l" pos="0"/>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53" name="PlaceHolder 6"/>
          <p:cNvSpPr>
            <a:spLocks noGrp="1"/>
          </p:cNvSpPr>
          <p:nvPr>
            <p:ph type="sldNum" idx="30"/>
          </p:nvPr>
        </p:nvSpPr>
        <p:spPr>
          <a:xfrm>
            <a:off x="4843440" y="9181440"/>
            <a:ext cx="1538640" cy="5230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FE13F69F-252D-4C9B-B5AA-4367CC1E6BA0}" type="slidenum">
              <a:rPr lang="de-DE" sz="900" b="0" u="none" strike="noStrike">
                <a:solidFill>
                  <a:schemeClr val="dk1">
                    <a:tint val="75000"/>
                  </a:schemeClr>
                </a:solidFill>
                <a:effectLst/>
                <a:uFillTx/>
                <a:latin typeface="Calibri"/>
              </a:rPr>
              <a:t>&lt;Foliennummer&gt;</a:t>
            </a:fld>
            <a:endParaRPr lang="de-DE" sz="900" b="0" u="none" strike="noStrike">
              <a:solidFill>
                <a:srgbClr val="000000"/>
              </a:solidFill>
              <a:effectLst/>
              <a:uFillTx/>
              <a:latin typeface="Times New Roman"/>
            </a:endParaRPr>
          </a:p>
        </p:txBody>
      </p:sp>
    </p:spTree>
  </p:cSld>
</p:sldLayout>
</file>

<file path=ppt/slideLayouts/slideLayout11.xml><?xml version="1.0" encoding="utf-8"?>
<p:sldLayout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type="blank" preserve="1">
  <p:cSld name="Bild mit Überschrift">
    <p:bg>
      <p:bgPr>
        <a:solidFill>
          <a:srgbClr val="ffffff"/>
        </a:solidFill>
      </p:bgPr>
    </p:bg>
    <p:spTree>
      <p:nvGrpSpPr>
        <p:cNvPr id="1" name=""/>
        <p:cNvGrpSpPr/>
        <p:nvPr/>
      </p:nvGrpSpPr>
      <p:grpSpPr>
        <a:xfrm>
          <a:off x="0" y="0"/>
          <a:ext cx="0" cy="0"/>
          <a:chOff x="0" y="0"/>
          <a:chExt cx="0" cy="0"/>
        </a:xfrm>
      </p:grpSpPr>
      <p:sp>
        <p:nvSpPr>
          <p:cNvPr id="54" name="PlaceHolder 1"/>
          <p:cNvSpPr>
            <a:spLocks noGrp="1"/>
          </p:cNvSpPr>
          <p:nvPr>
            <p:ph type="title"/>
          </p:nvPr>
        </p:nvSpPr>
        <p:spPr>
          <a:xfrm>
            <a:off x="472320" y="660240"/>
            <a:ext cx="2207520" cy="2307240"/>
          </a:xfrm>
          <a:prstGeom prst="rect">
            <a:avLst/>
          </a:prstGeom>
          <a:noFill/>
          <a:ln w="0">
            <a:noFill/>
          </a:ln>
        </p:spPr>
        <p:txBody>
          <a:bodyPr lIns="91440" rIns="91440" tIns="45720" bIns="45720" anchor="b">
            <a:noAutofit/>
          </a:bodyPr>
          <a:p>
            <a:pPr indent="0" defTabSz="685800">
              <a:lnSpc>
                <a:spcPct val="90000"/>
              </a:lnSpc>
              <a:buNone/>
              <a:tabLst>
                <a:tab algn="l" pos="0"/>
              </a:tabLst>
            </a:pPr>
            <a:r>
              <a:rPr lang="de-DE" sz="2400" b="0" u="none" strike="noStrike">
                <a:solidFill>
                  <a:schemeClr val="dk1"/>
                </a:solidFill>
                <a:effectLst/>
                <a:uFillTx/>
                <a:latin typeface="Calibri Light"/>
              </a:rPr>
              <a:t>Mastertitelformat bearbeiten</a:t>
            </a:r>
            <a:endParaRPr lang="de-DE" sz="2400" b="0" u="none" strike="noStrike">
              <a:solidFill>
                <a:srgbClr val="000000"/>
              </a:solidFill>
              <a:effectLst/>
              <a:uFillTx/>
              <a:latin typeface="Arial"/>
            </a:endParaRPr>
          </a:p>
        </p:txBody>
      </p:sp>
      <p:sp>
        <p:nvSpPr>
          <p:cNvPr id="55" name="PlaceHolder 2"/>
          <p:cNvSpPr>
            <a:spLocks noGrp="1"/>
          </p:cNvSpPr>
          <p:nvPr>
            <p:ph type="body"/>
          </p:nvPr>
        </p:nvSpPr>
        <p:spPr>
          <a:xfrm>
            <a:off x="2915640" y="1426320"/>
            <a:ext cx="3467520" cy="7035480"/>
          </a:xfrm>
          <a:prstGeom prst="rect">
            <a:avLst/>
          </a:prstGeom>
          <a:noFill/>
          <a:ln w="0">
            <a:noFill/>
          </a:ln>
        </p:spPr>
        <p:txBody>
          <a:bodyPr lIns="90000" rIns="90000" tIns="45000" bIns="45000" anchor="t">
            <a:noAutofit/>
          </a:bodyPr>
          <a:p>
            <a:pPr indent="0" defTabSz="457200">
              <a:lnSpc>
                <a:spcPct val="100000"/>
              </a:lnSpc>
              <a:buNone/>
              <a:tabLst>
                <a:tab algn="l" pos="0"/>
              </a:tabLst>
            </a:pPr>
            <a:r>
              <a:rPr lang="de-DE" sz="2400" b="0" u="none" strike="noStrike">
                <a:solidFill>
                  <a:schemeClr val="dk1"/>
                </a:solidFill>
                <a:effectLst/>
                <a:uFillTx/>
                <a:latin typeface="Calibri"/>
              </a:rPr>
              <a:t>Bild durch Klicken auf Symbol hinzufügen</a:t>
            </a:r>
            <a:endParaRPr lang="de-DE" sz="2400" b="0" u="none" strike="noStrike">
              <a:solidFill>
                <a:srgbClr val="000000"/>
              </a:solidFill>
              <a:effectLst/>
              <a:uFillTx/>
              <a:latin typeface="Arial"/>
            </a:endParaRPr>
          </a:p>
        </p:txBody>
      </p:sp>
      <p:sp>
        <p:nvSpPr>
          <p:cNvPr id="56" name="PlaceHolder 3"/>
          <p:cNvSpPr>
            <a:spLocks noGrp="1"/>
          </p:cNvSpPr>
          <p:nvPr>
            <p:ph type="body"/>
          </p:nvPr>
        </p:nvSpPr>
        <p:spPr>
          <a:xfrm>
            <a:off x="472320" y="2971800"/>
            <a:ext cx="2207520" cy="5501160"/>
          </a:xfrm>
          <a:prstGeom prst="rect">
            <a:avLst/>
          </a:prstGeom>
          <a:noFill/>
          <a:ln w="0">
            <a:noFill/>
          </a:ln>
        </p:spPr>
        <p:txBody>
          <a:bodyPr lIns="91440" rIns="91440" tIns="45720" bIns="45720" anchor="t">
            <a:noAutofit/>
          </a:bodyPr>
          <a:p>
            <a:pPr indent="0" defTabSz="685800">
              <a:lnSpc>
                <a:spcPct val="90000"/>
              </a:lnSpc>
              <a:spcBef>
                <a:spcPts val="751"/>
              </a:spcBef>
              <a:buNone/>
              <a:tabLst>
                <a:tab algn="l" pos="0"/>
              </a:tabLst>
            </a:pPr>
            <a:r>
              <a:rPr lang="de-DE" sz="1200" b="0" u="none" strike="noStrike">
                <a:solidFill>
                  <a:schemeClr val="dk1"/>
                </a:solidFill>
                <a:effectLst/>
                <a:uFillTx/>
                <a:latin typeface="Calibri"/>
              </a:rPr>
              <a:t>Mastertextformat bearbeiten</a:t>
            </a:r>
            <a:endParaRPr lang="de-DE" sz="1200" b="0" u="none" strike="noStrike">
              <a:solidFill>
                <a:srgbClr val="000000"/>
              </a:solidFill>
              <a:effectLst/>
              <a:uFillTx/>
              <a:latin typeface="Arial"/>
            </a:endParaRPr>
          </a:p>
        </p:txBody>
      </p:sp>
      <p:sp>
        <p:nvSpPr>
          <p:cNvPr id="57" name="PlaceHolder 4"/>
          <p:cNvSpPr>
            <a:spLocks noGrp="1"/>
          </p:cNvSpPr>
          <p:nvPr>
            <p:ph type="dt" idx="31"/>
          </p:nvPr>
        </p:nvSpPr>
        <p:spPr>
          <a:xfrm>
            <a:off x="471600" y="9181440"/>
            <a:ext cx="1538640" cy="523080"/>
          </a:xfrm>
          <a:prstGeom prst="rect">
            <a:avLst/>
          </a:prstGeom>
          <a:noFill/>
          <a:ln w="0">
            <a:noFill/>
          </a:ln>
        </p:spPr>
        <p:txBody>
          <a:bodyPr lIns="91440" rIns="91440" tIns="45720" bIns="45720" anchor="ctr">
            <a:noAutofit/>
          </a:bodyPr>
          <a:lstStyle>
            <a:lvl1pPr indent="0"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defTabSz="457200">
              <a:lnSpc>
                <a:spcPct val="100000"/>
              </a:lnSpc>
              <a:buNone/>
              <a:tabLst>
                <a:tab algn="l" pos="0"/>
              </a:tabLst>
            </a:pPr>
            <a:r>
              <a:rPr lang="de-DE" sz="900" b="0" u="none" strike="noStrike">
                <a:solidFill>
                  <a:schemeClr val="dk1">
                    <a:tint val="75000"/>
                  </a:schemeClr>
                </a:solidFill>
                <a:effectLst/>
                <a:uFillTx/>
                <a:latin typeface="Calibri"/>
              </a:rPr>
              <a:t>&lt;Datum/Uhrzeit&gt;</a:t>
            </a:r>
            <a:endParaRPr lang="de-DE" sz="900" b="0" u="none" strike="noStrike">
              <a:solidFill>
                <a:srgbClr val="000000"/>
              </a:solidFill>
              <a:effectLst/>
              <a:uFillTx/>
              <a:latin typeface="Times New Roman"/>
            </a:endParaRPr>
          </a:p>
        </p:txBody>
      </p:sp>
      <p:sp>
        <p:nvSpPr>
          <p:cNvPr id="58" name="PlaceHolder 5"/>
          <p:cNvSpPr>
            <a:spLocks noGrp="1"/>
          </p:cNvSpPr>
          <p:nvPr>
            <p:ph type="ftr" idx="32"/>
          </p:nvPr>
        </p:nvSpPr>
        <p:spPr>
          <a:xfrm>
            <a:off x="2271600" y="9181440"/>
            <a:ext cx="2310120" cy="523080"/>
          </a:xfrm>
          <a:prstGeom prst="rect">
            <a:avLst/>
          </a:prstGeom>
          <a:noFill/>
          <a:ln w="0">
            <a:noFill/>
          </a:ln>
        </p:spPr>
        <p:txBody>
          <a:bodyPr lIns="91440" rIns="91440" tIns="45720" bIns="45720" anchor="ctr">
            <a:noAutofit/>
          </a:bodyPr>
          <a:lstStyle>
            <a:lvl1pPr indent="0" algn="ctr">
              <a:lnSpc>
                <a:spcPct val="100000"/>
              </a:lnSpc>
              <a:buNone/>
              <a:tabLst>
                <a:tab algn="l" pos="0"/>
              </a:tabLst>
              <a:defRPr lang="de-DE" sz="1400" b="0" u="none" strike="noStrike">
                <a:solidFill>
                  <a:srgbClr val="000000"/>
                </a:solidFill>
                <a:effectLst/>
                <a:uFillTx/>
                <a:latin typeface="Times New Roman"/>
              </a:defRPr>
            </a:lvl1pPr>
          </a:lstStyle>
          <a:p>
            <a:pPr indent="0" algn="ctr">
              <a:lnSpc>
                <a:spcPct val="100000"/>
              </a:lnSpc>
              <a:buNone/>
              <a:tabLst>
                <a:tab algn="l" pos="0"/>
              </a:tabLst>
            </a:pPr>
            <a:r>
              <a:rPr lang="de-DE" sz="1400" b="0" u="none" strike="noStrike">
                <a:solidFill>
                  <a:srgbClr val="000000"/>
                </a:solidFill>
                <a:effectLst/>
                <a:uFillTx/>
                <a:latin typeface="Times New Roman"/>
              </a:rPr>
              <a:t>&lt;Fußzeile&gt;</a:t>
            </a:r>
            <a:endParaRPr lang="de-DE" sz="1400" b="0" u="none" strike="noStrike">
              <a:solidFill>
                <a:srgbClr val="000000"/>
              </a:solidFill>
              <a:effectLst/>
              <a:uFillTx/>
              <a:latin typeface="Times New Roman"/>
            </a:endParaRPr>
          </a:p>
        </p:txBody>
      </p:sp>
      <p:sp>
        <p:nvSpPr>
          <p:cNvPr id="59" name="PlaceHolder 6"/>
          <p:cNvSpPr>
            <a:spLocks noGrp="1"/>
          </p:cNvSpPr>
          <p:nvPr>
            <p:ph type="sldNum" idx="33"/>
          </p:nvPr>
        </p:nvSpPr>
        <p:spPr>
          <a:xfrm>
            <a:off x="4843440" y="9181440"/>
            <a:ext cx="1538640" cy="523080"/>
          </a:xfrm>
          <a:prstGeom prst="rect">
            <a:avLst/>
          </a:prstGeom>
          <a:noFill/>
          <a:ln w="0">
            <a:noFill/>
          </a:ln>
        </p:spPr>
        <p:txBody>
          <a:bodyPr lIns="91440" rIns="91440" tIns="45720" bIns="45720" anchor="ctr">
            <a:noAutofit/>
          </a:bodyPr>
          <a:lstStyle>
            <a:lvl1pPr indent="0" algn="r" defTabSz="457200">
              <a:lnSpc>
                <a:spcPct val="100000"/>
              </a:lnSpc>
              <a:buNone/>
              <a:tabLst>
                <a:tab algn="l" pos="0"/>
              </a:tabLst>
              <a:defRPr lang="de-DE" sz="900" b="0" u="none" strike="noStrike">
                <a:solidFill>
                  <a:schemeClr val="dk1">
                    <a:tint val="75000"/>
                  </a:schemeClr>
                </a:solidFill>
                <a:effectLst/>
                <a:uFillTx/>
                <a:latin typeface="Calibri"/>
              </a:defRPr>
            </a:lvl1pPr>
          </a:lstStyle>
          <a:p>
            <a:pPr indent="0" algn="r" defTabSz="457200">
              <a:lnSpc>
                <a:spcPct val="100000"/>
              </a:lnSpc>
              <a:buNone/>
              <a:tabLst>
                <a:tab algn="l" pos="0"/>
              </a:tabLst>
            </a:pPr>
            <a:fld id="{AD53CFD9-C0F9-4131-8E93-E100DAE186E3}" type="slidenum">
              <a:rPr lang="de-DE" sz="900" b="0" u="none" strike="noStrike">
                <a:solidFill>
                  <a:schemeClr val="dk1">
                    <a:tint val="75000"/>
                  </a:schemeClr>
                </a:solidFill>
                <a:effectLst/>
                <a:uFillTx/>
                <a:latin typeface="Calibri"/>
              </a:rPr>
              <a:t>&lt;Foliennummer&gt;</a:t>
            </a:fld>
            <a:endParaRPr lang="de-DE" sz="900" b="0" u="none" strike="noStrike">
              <a:solidFill>
                <a:srgbClr val="000000"/>
              </a:solidFill>
              <a:effectLst/>
              <a:uFillTx/>
              <a:latin typeface="Times New Roman"/>
            </a:endParaRPr>
          </a:p>
        </p:txBody>
      </p:sp>
    </p:spTree>
  </p:cSld>
</p:sldLayout>
</file>

<file path=ppt/slideMasters/_rels/slideMaster1.xml.rels><?xml version="1.0" encoding="UTF-8"?>
<Relationships xmlns="http://schemas.openxmlformats.org/package/2006/relationships"><Relationship Id="rId1" Type="http://schemas.openxmlformats.org/officeDocument/2006/relationships/theme" Target="../theme/theme1.xml"/><Relationship Id="rId2" Type="http://schemas.openxmlformats.org/officeDocument/2006/relationships/slideLayout" Target="../slideLayouts/slideLayout1.xml"/><Relationship Id="rId3" Type="http://schemas.openxmlformats.org/officeDocument/2006/relationships/slideLayout" Target="../slideLayouts/slideLayout2.xml"/><Relationship Id="rId4" Type="http://schemas.openxmlformats.org/officeDocument/2006/relationships/slideLayout" Target="../slideLayouts/slideLayout3.xml"/><Relationship Id="rId5" Type="http://schemas.openxmlformats.org/officeDocument/2006/relationships/slideLayout" Target="../slideLayouts/slideLayout4.xml"/><Relationship Id="rId6" Type="http://schemas.openxmlformats.org/officeDocument/2006/relationships/slideLayout" Target="../slideLayouts/slideLayout5.xml"/><Relationship Id="rId7" Type="http://schemas.openxmlformats.org/officeDocument/2006/relationships/slideLayout" Target="../slideLayouts/slideLayout6.xml"/><Relationship Id="rId8" Type="http://schemas.openxmlformats.org/officeDocument/2006/relationships/slideLayout" Target="../slideLayouts/slideLayout7.xml"/><Relationship Id="rId9" Type="http://schemas.openxmlformats.org/officeDocument/2006/relationships/slideLayout" Target="../slideLayouts/slideLayout8.xml"/><Relationship Id="rId10" Type="http://schemas.openxmlformats.org/officeDocument/2006/relationships/slideLayout" Target="../slideLayouts/slideLayout9.xml"/><Relationship Id="rId11" Type="http://schemas.openxmlformats.org/officeDocument/2006/relationships/slideLayout" Target="../slideLayouts/slideLayout10.xml"/><Relationship Id="rId12" Type="http://schemas.openxmlformats.org/officeDocument/2006/relationships/slideLayout" Target="../slideLayouts/slideLayout11.xml"/>
</Relationships>
</file>

<file path=ppt/slideMasters/slideMaster1.xml><?xml version="1.0" encoding="utf-8"?>
<p:sldMaster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 id="2147483659" r:id="rId12"/>
  </p:sldLayoutIdLst>
</p:sldMaster>
</file>

<file path=ppt/slides/_rels/slide1.xml.rels><?xml version="1.0" encoding="UTF-8"?>
<Relationships xmlns="http://schemas.openxmlformats.org/package/2006/relationships"><Relationship Id="rId1" Type="http://schemas.openxmlformats.org/officeDocument/2006/relationships/hyperlink" Target="https://github.com/juanaponterojas01/Digital_Twin_Battery_with_LSTM" TargetMode="External"/><Relationship Id="rId2" Type="http://schemas.openxmlformats.org/officeDocument/2006/relationships/hyperlink" Target="https://huggingface.co/spaces/juanaponterojas01/battery-soc-digital-twin" TargetMode="External"/><Relationship Id="rId3" Type="http://schemas.openxmlformats.org/officeDocument/2006/relationships/image" Target="../media/image1.jpeg"/><Relationship Id="rId4" Type="http://schemas.openxmlformats.org/officeDocument/2006/relationships/slideLayout" Target="../slideLayouts/slideLayout1.xml"/>
</Relationships>
</file>

<file path=ppt/slides/_rels/slide2.xml.rels><?xml version="1.0" encoding="UTF-8"?>
<Relationships xmlns="http://schemas.openxmlformats.org/package/2006/relationships"><Relationship Id="rId1" Type="http://schemas.openxmlformats.org/officeDocument/2006/relationships/slideLayout" Target="../slideLayouts/slideLayout4.xml"/>
</Relationships>
</file>

<file path=ppt/slides/slide1.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60" name="Textfeld 3"/>
          <p:cNvSpPr/>
          <p:nvPr/>
        </p:nvSpPr>
        <p:spPr>
          <a:xfrm>
            <a:off x="2269080" y="153360"/>
            <a:ext cx="3412080" cy="73008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s-CO" sz="2800" b="1" u="none" strike="noStrike">
                <a:solidFill>
                  <a:srgbClr val="002060"/>
                </a:solidFill>
                <a:effectLst/>
                <a:uFillTx/>
                <a:latin typeface="Tahoma"/>
                <a:ea typeface="Tahoma"/>
              </a:rPr>
              <a:t>Juan Aponte</a:t>
            </a:r>
            <a:endParaRPr lang="de-DE" sz="2800" b="0" u="none" strike="noStrike">
              <a:solidFill>
                <a:srgbClr val="000000"/>
              </a:solidFill>
              <a:effectLst/>
              <a:uFillTx/>
              <a:latin typeface="Arial"/>
            </a:endParaRPr>
          </a:p>
          <a:p>
            <a:pPr defTabSz="457200">
              <a:lnSpc>
                <a:spcPct val="100000"/>
              </a:lnSpc>
            </a:pPr>
            <a:r>
              <a:rPr lang="es-CO" sz="1400" b="0" u="none" strike="noStrike">
                <a:solidFill>
                  <a:srgbClr val="002060"/>
                </a:solidFill>
                <a:effectLst/>
                <a:uFillTx/>
                <a:latin typeface="Tahoma"/>
                <a:ea typeface="Tahoma"/>
              </a:rPr>
              <a:t>Entwicklungsingenieur</a:t>
            </a:r>
            <a:endParaRPr lang="de-DE" sz="1400" b="0" u="none" strike="noStrike">
              <a:solidFill>
                <a:srgbClr val="000000"/>
              </a:solidFill>
              <a:effectLst/>
              <a:uFillTx/>
              <a:latin typeface="Arial"/>
            </a:endParaRPr>
          </a:p>
        </p:txBody>
      </p:sp>
      <p:sp>
        <p:nvSpPr>
          <p:cNvPr id="61" name="Textfeld 5"/>
          <p:cNvSpPr/>
          <p:nvPr/>
        </p:nvSpPr>
        <p:spPr>
          <a:xfrm>
            <a:off x="2251440" y="1010880"/>
            <a:ext cx="418608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s-CO" sz="1200" b="0" u="none" strike="noStrike">
                <a:solidFill>
                  <a:srgbClr val="002060"/>
                </a:solidFill>
                <a:effectLst/>
                <a:uFillTx/>
                <a:latin typeface="Tahoma"/>
                <a:ea typeface="Tahoma"/>
              </a:rPr>
              <a:t>Email:</a:t>
            </a:r>
            <a:r>
              <a:rPr lang="es-CO" sz="1200" b="1" u="none" strike="noStrike">
                <a:solidFill>
                  <a:srgbClr val="002060"/>
                </a:solidFill>
                <a:effectLst/>
                <a:uFillTx/>
                <a:latin typeface="Tahoma"/>
                <a:ea typeface="Tahoma"/>
              </a:rPr>
              <a:t> </a:t>
            </a:r>
            <a:r>
              <a:rPr lang="es-CO" sz="1200" b="1" u="none" strike="noStrike">
                <a:solidFill>
                  <a:srgbClr val="002060"/>
                </a:solidFill>
                <a:effectLst/>
                <a:uFillTx/>
                <a:latin typeface="Tahoma"/>
                <a:ea typeface="Tahoma"/>
              </a:rPr>
              <a:t>	</a:t>
            </a:r>
            <a:r>
              <a:rPr lang="es-CO" sz="1200" b="0" u="none" strike="noStrike">
                <a:solidFill>
                  <a:schemeClr val="dk1">
                    <a:lumMod val="95000"/>
                    <a:lumOff val="5000"/>
                  </a:schemeClr>
                </a:solidFill>
                <a:effectLst/>
                <a:uFillTx/>
                <a:latin typeface="Tahoma"/>
                <a:ea typeface="Tahoma"/>
              </a:rPr>
              <a:t>juanaponterojas01@gmail.com</a:t>
            </a:r>
            <a:endParaRPr lang="de-DE" sz="1200" b="0" u="none" strike="noStrike">
              <a:solidFill>
                <a:srgbClr val="000000"/>
              </a:solidFill>
              <a:effectLst/>
              <a:uFillTx/>
              <a:latin typeface="Arial"/>
            </a:endParaRPr>
          </a:p>
          <a:p>
            <a:pPr defTabSz="457200">
              <a:lnSpc>
                <a:spcPct val="100000"/>
              </a:lnSpc>
            </a:pPr>
            <a:r>
              <a:rPr lang="es-CO" sz="1200" b="0" u="none" strike="noStrike">
                <a:solidFill>
                  <a:srgbClr val="002060"/>
                </a:solidFill>
                <a:effectLst/>
                <a:uFillTx/>
                <a:latin typeface="Tahoma"/>
                <a:ea typeface="Tahoma"/>
              </a:rPr>
              <a:t>Tel: </a:t>
            </a:r>
            <a:r>
              <a:rPr lang="es-CO" sz="1200" b="0" u="none" strike="noStrike">
                <a:solidFill>
                  <a:srgbClr val="002060"/>
                </a:solidFill>
                <a:effectLst/>
                <a:uFillTx/>
                <a:latin typeface="Tahoma"/>
                <a:ea typeface="Tahoma"/>
              </a:rPr>
              <a:t>	</a:t>
            </a:r>
            <a:r>
              <a:rPr lang="es-CO" sz="1200" b="0" u="none" strike="noStrike">
                <a:solidFill>
                  <a:srgbClr val="002060"/>
                </a:solidFill>
                <a:effectLst/>
                <a:uFillTx/>
                <a:latin typeface="Tahoma"/>
                <a:ea typeface="Tahoma"/>
              </a:rPr>
              <a:t>	</a:t>
            </a:r>
            <a:r>
              <a:rPr lang="es-CO" sz="1200" b="0" u="none" strike="noStrike">
                <a:solidFill>
                  <a:schemeClr val="dk1">
                    <a:lumMod val="95000"/>
                    <a:lumOff val="5000"/>
                  </a:schemeClr>
                </a:solidFill>
                <a:effectLst/>
                <a:uFillTx/>
                <a:latin typeface="Tahoma"/>
                <a:ea typeface="Tahoma"/>
              </a:rPr>
              <a:t>+49 1590 6402645</a:t>
            </a:r>
            <a:endParaRPr lang="de-DE" sz="1200" b="0" u="none" strike="noStrike">
              <a:solidFill>
                <a:srgbClr val="000000"/>
              </a:solidFill>
              <a:effectLst/>
              <a:uFillTx/>
              <a:latin typeface="Arial"/>
            </a:endParaRPr>
          </a:p>
          <a:p>
            <a:pPr defTabSz="457200">
              <a:lnSpc>
                <a:spcPct val="100000"/>
              </a:lnSpc>
            </a:pPr>
            <a:r>
              <a:rPr lang="de-DE" sz="1200" b="0" u="none" strike="noStrike">
                <a:solidFill>
                  <a:srgbClr val="002060"/>
                </a:solidFill>
                <a:effectLst/>
                <a:uFillTx/>
                <a:latin typeface="Tahoma"/>
                <a:ea typeface="Tahoma"/>
              </a:rPr>
              <a:t>Anschrift: </a:t>
            </a:r>
            <a:r>
              <a:rPr lang="de-DE" sz="1200" b="0" u="none" strike="noStrike">
                <a:solidFill>
                  <a:srgbClr val="002060"/>
                </a:solidFill>
                <a:effectLst/>
                <a:uFillTx/>
                <a:latin typeface="Tahoma"/>
                <a:ea typeface="Tahoma"/>
              </a:rPr>
              <a:t>	</a:t>
            </a:r>
            <a:r>
              <a:rPr lang="de-DE" sz="1200" b="0" u="none" strike="noStrike">
                <a:solidFill>
                  <a:schemeClr val="dk1">
                    <a:lumMod val="95000"/>
                    <a:lumOff val="5000"/>
                  </a:schemeClr>
                </a:solidFill>
                <a:effectLst/>
                <a:uFillTx/>
                <a:latin typeface="Tahoma"/>
                <a:ea typeface="Tahoma"/>
              </a:rPr>
              <a:t>Spinnertraße 35, 38114 Braunschweig</a:t>
            </a:r>
            <a:endParaRPr lang="de-DE" sz="1200" b="0" u="none" strike="noStrike">
              <a:solidFill>
                <a:srgbClr val="000000"/>
              </a:solidFill>
              <a:effectLst/>
              <a:uFillTx/>
              <a:latin typeface="Arial"/>
            </a:endParaRPr>
          </a:p>
          <a:p>
            <a:pPr defTabSz="457200">
              <a:lnSpc>
                <a:spcPct val="100000"/>
              </a:lnSpc>
            </a:pPr>
            <a:r>
              <a:rPr lang="de-DE" sz="1200" b="0" u="none" strike="noStrike">
                <a:solidFill>
                  <a:srgbClr val="002060"/>
                </a:solidFill>
                <a:effectLst/>
                <a:uFillTx/>
                <a:latin typeface="Tahoma"/>
                <a:ea typeface="Tahoma"/>
              </a:rPr>
              <a:t>Geburtstag: </a:t>
            </a:r>
            <a:r>
              <a:rPr lang="de-DE" sz="1200" b="0" u="none" strike="noStrike">
                <a:solidFill>
                  <a:srgbClr val="002060"/>
                </a:solidFill>
                <a:effectLst/>
                <a:uFillTx/>
                <a:latin typeface="Tahoma"/>
                <a:ea typeface="Tahoma"/>
              </a:rPr>
              <a:t>	</a:t>
            </a:r>
            <a:r>
              <a:rPr lang="de-DE" sz="1200" b="0" u="none" strike="noStrike">
                <a:solidFill>
                  <a:schemeClr val="dk1">
                    <a:lumMod val="95000"/>
                    <a:lumOff val="5000"/>
                  </a:schemeClr>
                </a:solidFill>
                <a:effectLst/>
                <a:uFillTx/>
                <a:latin typeface="Tahoma"/>
                <a:ea typeface="Tahoma"/>
              </a:rPr>
              <a:t>22.11.1994, Bogota – Kolumbien</a:t>
            </a:r>
            <a:br>
              <a:rPr sz="1200"/>
            </a:br>
            <a:r>
              <a:rPr lang="de-DE" sz="1200" b="0" u="none" strike="noStrike">
                <a:solidFill>
                  <a:srgbClr val="002060"/>
                </a:solidFill>
                <a:effectLst/>
                <a:uFillTx/>
                <a:latin typeface="Tahoma"/>
                <a:ea typeface="Tahoma"/>
              </a:rPr>
              <a:t>LinkedIn</a:t>
            </a:r>
            <a:r>
              <a:rPr lang="de-DE" sz="1200" b="0" u="none" strike="noStrike">
                <a:solidFill>
                  <a:schemeClr val="dk1">
                    <a:lumMod val="95000"/>
                    <a:lumOff val="5000"/>
                  </a:schemeClr>
                </a:solidFill>
                <a:effectLst/>
                <a:uFillTx/>
                <a:latin typeface="Tahoma"/>
                <a:ea typeface="Tahoma"/>
              </a:rPr>
              <a:t>:</a:t>
            </a:r>
            <a:r>
              <a:rPr lang="de-DE" sz="1200" b="0" u="none" strike="noStrike">
                <a:solidFill>
                  <a:schemeClr val="dk1">
                    <a:lumMod val="95000"/>
                    <a:lumOff val="5000"/>
                  </a:schemeClr>
                </a:solidFill>
                <a:effectLst/>
                <a:uFillTx/>
                <a:latin typeface="Tahoma"/>
                <a:ea typeface="Tahoma"/>
              </a:rPr>
              <a:t>	</a:t>
            </a:r>
            <a:r>
              <a:rPr lang="de-DE" sz="1200" b="0" u="none" strike="noStrike">
                <a:solidFill>
                  <a:schemeClr val="dk1"/>
                </a:solidFill>
                <a:effectLst/>
                <a:uFillTx/>
                <a:latin typeface="Tahoma"/>
                <a:ea typeface="Tahoma"/>
              </a:rPr>
              <a:t>linkedin.com/in/juan-aponte-736a79126</a:t>
            </a:r>
            <a:endParaRPr lang="de-DE" sz="1200" b="0" u="none" strike="noStrike">
              <a:solidFill>
                <a:srgbClr val="000000"/>
              </a:solidFill>
              <a:effectLst/>
              <a:uFillTx/>
              <a:latin typeface="Arial"/>
            </a:endParaRPr>
          </a:p>
        </p:txBody>
      </p:sp>
      <p:cxnSp>
        <p:nvCxnSpPr>
          <p:cNvPr id="62" name="Gerader Verbinder 8"/>
          <p:cNvCxnSpPr/>
          <p:nvPr/>
        </p:nvCxnSpPr>
        <p:spPr>
          <a:xfrm>
            <a:off x="355320" y="2082600"/>
            <a:ext cx="5960880" cy="4320"/>
          </a:xfrm>
          <a:prstGeom prst="straightConnector1">
            <a:avLst/>
          </a:prstGeom>
          <a:ln w="0">
            <a:solidFill>
              <a:srgbClr val="002060"/>
            </a:solidFill>
          </a:ln>
        </p:spPr>
      </p:cxnSp>
      <p:sp>
        <p:nvSpPr>
          <p:cNvPr id="63" name="Textfeld 11"/>
          <p:cNvSpPr/>
          <p:nvPr/>
        </p:nvSpPr>
        <p:spPr>
          <a:xfrm>
            <a:off x="401400" y="2165040"/>
            <a:ext cx="113868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s-CO" sz="1400" b="1" u="none" strike="noStrike">
                <a:solidFill>
                  <a:srgbClr val="002060"/>
                </a:solidFill>
                <a:effectLst/>
                <a:uFillTx/>
                <a:latin typeface="Tahoma"/>
                <a:ea typeface="Tahoma"/>
              </a:rPr>
              <a:t>Kurzprofil</a:t>
            </a:r>
            <a:endParaRPr lang="de-DE" sz="1400" b="0" u="none" strike="noStrike">
              <a:solidFill>
                <a:srgbClr val="000000"/>
              </a:solidFill>
              <a:effectLst/>
              <a:uFillTx/>
              <a:latin typeface="Arial"/>
            </a:endParaRPr>
          </a:p>
        </p:txBody>
      </p:sp>
      <p:sp>
        <p:nvSpPr>
          <p:cNvPr id="64" name="Textfeld 12"/>
          <p:cNvSpPr/>
          <p:nvPr/>
        </p:nvSpPr>
        <p:spPr>
          <a:xfrm>
            <a:off x="751680" y="2457000"/>
            <a:ext cx="5634360" cy="100404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lang="de-DE" sz="1200" b="0" u="none" strike="noStrike">
                <a:solidFill>
                  <a:schemeClr val="dk1"/>
                </a:solidFill>
                <a:effectLst/>
                <a:uFillTx/>
                <a:latin typeface="Tahoma"/>
                <a:ea typeface="Tahoma"/>
              </a:rPr>
              <a:t>Maschinenbauingenieur mit Masterabschluss in Energie- und Verfahrenstechnik. Besondere Interessen liegen in Thermodynamik, mit Fokus auf Simulation, Modellierung und Auslegung technischer Systeme. Zudem verfüge ich über fundierte Kenntnisse in der Programmierung mit Python sowie in der Datenauswertung mit MATLAB. </a:t>
            </a:r>
            <a:endParaRPr lang="de-DE" sz="1200" b="0" u="none" strike="noStrike">
              <a:solidFill>
                <a:srgbClr val="000000"/>
              </a:solidFill>
              <a:effectLst/>
              <a:uFillTx/>
              <a:latin typeface="Arial"/>
            </a:endParaRPr>
          </a:p>
        </p:txBody>
      </p:sp>
      <p:sp>
        <p:nvSpPr>
          <p:cNvPr id="65" name="Textfeld 13"/>
          <p:cNvSpPr/>
          <p:nvPr/>
        </p:nvSpPr>
        <p:spPr>
          <a:xfrm>
            <a:off x="2895480" y="3520440"/>
            <a:ext cx="1672200" cy="3031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s-CO" sz="1400" b="1" u="none" strike="noStrike">
                <a:solidFill>
                  <a:srgbClr val="002060"/>
                </a:solidFill>
                <a:effectLst/>
                <a:uFillTx/>
                <a:latin typeface="Tahoma"/>
                <a:ea typeface="Tahoma"/>
              </a:rPr>
              <a:t>Berufserfahrung</a:t>
            </a:r>
            <a:endParaRPr lang="de-DE" sz="1400" b="0" u="none" strike="noStrike">
              <a:solidFill>
                <a:srgbClr val="000000"/>
              </a:solidFill>
              <a:effectLst/>
              <a:uFillTx/>
              <a:latin typeface="Arial"/>
            </a:endParaRPr>
          </a:p>
        </p:txBody>
      </p:sp>
      <p:sp>
        <p:nvSpPr>
          <p:cNvPr id="66" name="Textfeld 14"/>
          <p:cNvSpPr/>
          <p:nvPr/>
        </p:nvSpPr>
        <p:spPr>
          <a:xfrm>
            <a:off x="1285200" y="3860640"/>
            <a:ext cx="5326920" cy="597672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7000"/>
              </a:lnSpc>
              <a:spcAft>
                <a:spcPts val="799"/>
              </a:spcAft>
            </a:pPr>
            <a:r>
              <a:rPr lang="de-DE" sz="1200" b="0" u="none" strike="noStrike">
                <a:solidFill>
                  <a:srgbClr val="002060"/>
                </a:solidFill>
                <a:effectLst/>
                <a:uFillTx/>
                <a:latin typeface="Tahoma"/>
                <a:ea typeface="Tahoma"/>
              </a:rPr>
              <a:t>Selbstständige Weiterbildung in Machine Learning, KI-Agenten und eigenständige Projektarbeit in Batteriesystemen.</a:t>
            </a:r>
            <a:endParaRPr lang="de-DE" sz="1200" b="0" u="none" strike="noStrike">
              <a:solidFill>
                <a:srgbClr val="000000"/>
              </a:solidFill>
              <a:effectLst/>
              <a:uFillTx/>
              <a:latin typeface="Arial"/>
            </a:endParaRPr>
          </a:p>
          <a:p>
            <a:pPr marL="216000" indent="-216000" algn="just" defTabSz="457200">
              <a:lnSpc>
                <a:spcPct val="107000"/>
              </a:lnSpc>
              <a:spcAft>
                <a:spcPts val="799"/>
              </a:spcAft>
              <a:buClr>
                <a:srgbClr val="002060"/>
              </a:buClr>
              <a:buFont typeface="Symbol" charset="2"/>
              <a:buChar char=""/>
            </a:pPr>
            <a:r>
              <a:rPr lang="de-DE" sz="1200" b="0" u="sng" strike="noStrike">
                <a:solidFill>
                  <a:schemeClr val="dk1"/>
                </a:solidFill>
                <a:effectLst/>
                <a:uFillTx/>
                <a:latin typeface="Tahoma"/>
                <a:ea typeface="Tahoma"/>
              </a:rPr>
              <a:t>Projekt:</a:t>
            </a:r>
            <a:r>
              <a:rPr lang="de-DE" sz="1200" b="0" u="none" strike="noStrike">
                <a:solidFill>
                  <a:schemeClr val="dk1"/>
                </a:solidFill>
                <a:effectLst/>
                <a:uFillTx/>
                <a:latin typeface="Tahoma"/>
                <a:ea typeface="Tahoma"/>
              </a:rPr>
              <a:t> Physikinformierter, LSTM-basierter digitaler Zwilling zur Schätzung des Batterieladezustands. Weitere Informationen auf </a:t>
            </a:r>
            <a:r>
              <a:rPr lang="de-DE" sz="1200" b="0" u="sng" strike="noStrike">
                <a:solidFill>
                  <a:schemeClr val="dk1"/>
                </a:solidFill>
                <a:effectLst/>
                <a:uFillTx/>
                <a:latin typeface="Tahoma"/>
                <a:ea typeface="Tahoma"/>
                <a:hlinkClick r:id="rId1"/>
              </a:rPr>
              <a:t>GitHub</a:t>
            </a:r>
            <a:r>
              <a:rPr lang="de-DE" sz="1200" b="0" u="none" strike="noStrike">
                <a:solidFill>
                  <a:schemeClr val="dk1"/>
                </a:solidFill>
                <a:effectLst/>
                <a:uFillTx/>
                <a:latin typeface="Tahoma"/>
                <a:ea typeface="Tahoma"/>
              </a:rPr>
              <a:t> und </a:t>
            </a:r>
            <a:r>
              <a:rPr lang="de-DE" sz="1200" b="0" u="sng" strike="noStrike">
                <a:solidFill>
                  <a:schemeClr val="dk1"/>
                </a:solidFill>
                <a:effectLst/>
                <a:uFillTx/>
                <a:latin typeface="Tahoma"/>
                <a:ea typeface="Tahoma"/>
                <a:hlinkClick r:id="rId2"/>
              </a:rPr>
              <a:t>HuggingFace</a:t>
            </a:r>
            <a:r>
              <a:rPr lang="de-DE" sz="1200" b="0" u="none" strike="noStrike">
                <a:solidFill>
                  <a:schemeClr val="dk1"/>
                </a:solidFill>
                <a:effectLst/>
                <a:uFillTx/>
                <a:latin typeface="Tahoma"/>
                <a:ea typeface="Tahoma"/>
              </a:rPr>
              <a:t> zu finden.</a:t>
            </a:r>
            <a:endParaRPr lang="de-DE" sz="1200" b="0" u="none" strike="noStrike">
              <a:solidFill>
                <a:srgbClr val="000000"/>
              </a:solidFill>
              <a:effectLst/>
              <a:uFillTx/>
              <a:latin typeface="Arial"/>
            </a:endParaRPr>
          </a:p>
          <a:p>
            <a:pPr algn="just" defTabSz="457200">
              <a:lnSpc>
                <a:spcPct val="107000"/>
              </a:lnSpc>
              <a:spcAft>
                <a:spcPts val="799"/>
              </a:spcAft>
            </a:pPr>
            <a:r>
              <a:rPr lang="de-DE" sz="1200" b="0" u="none" strike="noStrike">
                <a:solidFill>
                  <a:srgbClr val="002060"/>
                </a:solidFill>
                <a:effectLst/>
                <a:uFillTx/>
                <a:latin typeface="Tahoma"/>
                <a:ea typeface="Tahoma"/>
              </a:rPr>
              <a:t>Masterand bei TLK-Thermo GmbH im Bereich </a:t>
            </a:r>
            <a:r>
              <a:rPr lang="de-DE" sz="1200" b="1" u="none" strike="noStrike">
                <a:solidFill>
                  <a:srgbClr val="002060"/>
                </a:solidFill>
                <a:effectLst/>
                <a:uFillTx/>
                <a:latin typeface="Tahoma"/>
                <a:ea typeface="Tahoma"/>
              </a:rPr>
              <a:t>Modellierung</a:t>
            </a:r>
            <a:r>
              <a:rPr lang="de-DE" sz="1200" b="0" u="none" strike="noStrike">
                <a:solidFill>
                  <a:srgbClr val="002060"/>
                </a:solidFill>
                <a:effectLst/>
                <a:uFillTx/>
                <a:latin typeface="Tahoma"/>
                <a:ea typeface="Tahoma"/>
              </a:rPr>
              <a:t>, </a:t>
            </a:r>
            <a:r>
              <a:rPr lang="de-DE" sz="1200" b="1" u="none" strike="noStrike">
                <a:solidFill>
                  <a:srgbClr val="002060"/>
                </a:solidFill>
                <a:effectLst/>
                <a:uFillTx/>
                <a:latin typeface="Tahoma"/>
                <a:ea typeface="Tahoma"/>
              </a:rPr>
              <a:t>Simulation</a:t>
            </a:r>
            <a:r>
              <a:rPr lang="de-DE" sz="1200" b="0" u="none" strike="noStrike">
                <a:solidFill>
                  <a:srgbClr val="002060"/>
                </a:solidFill>
                <a:effectLst/>
                <a:uFillTx/>
                <a:latin typeface="Tahoma"/>
                <a:ea typeface="Tahoma"/>
              </a:rPr>
              <a:t> und </a:t>
            </a:r>
            <a:r>
              <a:rPr lang="de-DE" sz="1200" b="1" u="none" strike="noStrike">
                <a:solidFill>
                  <a:srgbClr val="002060"/>
                </a:solidFill>
                <a:effectLst/>
                <a:uFillTx/>
                <a:latin typeface="Tahoma"/>
                <a:ea typeface="Tahoma"/>
              </a:rPr>
              <a:t>Optimierung</a:t>
            </a:r>
            <a:r>
              <a:rPr lang="de-DE" sz="1200" b="0" u="none" strike="noStrike">
                <a:solidFill>
                  <a:srgbClr val="002060"/>
                </a:solidFill>
                <a:effectLst/>
                <a:uFillTx/>
                <a:latin typeface="Tahoma"/>
                <a:ea typeface="Tahoma"/>
              </a:rPr>
              <a:t> </a:t>
            </a:r>
            <a:endParaRPr lang="de-DE" sz="1200" b="0" u="none" strike="noStrike">
              <a:solidFill>
                <a:srgbClr val="000000"/>
              </a:solidFill>
              <a:effectLst/>
              <a:uFillTx/>
              <a:latin typeface="Arial"/>
            </a:endParaRPr>
          </a:p>
          <a:p>
            <a:pPr marL="171360" indent="-171360" algn="just" defTabSz="457200">
              <a:lnSpc>
                <a:spcPct val="100000"/>
              </a:lnSpc>
              <a:buClr>
                <a:srgbClr val="002060"/>
              </a:buClr>
              <a:buFont typeface="Arial"/>
              <a:buChar char="•"/>
            </a:pPr>
            <a:r>
              <a:rPr lang="de-DE" sz="1200" b="0" u="sng" strike="noStrike">
                <a:solidFill>
                  <a:schemeClr val="dk1"/>
                </a:solidFill>
                <a:effectLst/>
                <a:uFillTx/>
                <a:latin typeface="Tahoma"/>
                <a:ea typeface="Tahoma"/>
              </a:rPr>
              <a:t>Projekt:</a:t>
            </a:r>
            <a:r>
              <a:rPr lang="de-DE" sz="1200" b="0" u="none" strike="noStrike">
                <a:solidFill>
                  <a:schemeClr val="dk1"/>
                </a:solidFill>
                <a:effectLst/>
                <a:uFillTx/>
                <a:latin typeface="Tahoma"/>
                <a:ea typeface="Tahoma"/>
              </a:rPr>
              <a:t> Optimierung eines Ladevorgangs für ein Batteriesystem.</a:t>
            </a:r>
            <a:endParaRPr lang="de-DE" sz="1200" b="0" u="none" strike="noStrike">
              <a:solidFill>
                <a:srgbClr val="000000"/>
              </a:solidFill>
              <a:effectLst/>
              <a:uFillTx/>
              <a:latin typeface="Arial"/>
            </a:endParaRPr>
          </a:p>
          <a:p>
            <a:pPr marL="171360" indent="-171360" algn="just" defTabSz="457200">
              <a:lnSpc>
                <a:spcPct val="100000"/>
              </a:lnSpc>
              <a:buClr>
                <a:srgbClr val="002060"/>
              </a:buClr>
              <a:buFont typeface="Arial"/>
              <a:buChar char="•"/>
            </a:pPr>
            <a:r>
              <a:rPr lang="de-DE" sz="1200" b="0" u="none" strike="noStrike">
                <a:solidFill>
                  <a:schemeClr val="dk1"/>
                </a:solidFill>
                <a:effectLst/>
                <a:uFillTx/>
                <a:latin typeface="Tahoma"/>
                <a:ea typeface="Tahoma"/>
              </a:rPr>
              <a:t>Beschreibung eines 1D-Batteriemodells mit Kühlung unter Berücksichtigung der freien Konvektion in Modelica.</a:t>
            </a:r>
            <a:endParaRPr lang="de-DE" sz="1200" b="0" u="none" strike="noStrike">
              <a:solidFill>
                <a:srgbClr val="000000"/>
              </a:solidFill>
              <a:effectLst/>
              <a:uFillTx/>
              <a:latin typeface="Arial"/>
            </a:endParaRPr>
          </a:p>
          <a:p>
            <a:pPr marL="171360" indent="-171360" algn="just" defTabSz="457200">
              <a:lnSpc>
                <a:spcPct val="100000"/>
              </a:lnSpc>
              <a:buClr>
                <a:srgbClr val="002060"/>
              </a:buClr>
              <a:buFont typeface="Arial"/>
              <a:buChar char="•"/>
            </a:pPr>
            <a:r>
              <a:rPr lang="de-DE" sz="1200" b="0" u="none" strike="noStrike">
                <a:solidFill>
                  <a:schemeClr val="dk1"/>
                </a:solidFill>
                <a:effectLst/>
                <a:uFillTx/>
                <a:latin typeface="Tahoma"/>
                <a:ea typeface="Tahoma"/>
              </a:rPr>
              <a:t>Modellierung des Strom-Deratings durch die Einbindung von Interpolationstabellen basierend auf Messwerten einer Fahrzeugbatterie.</a:t>
            </a:r>
            <a:endParaRPr lang="de-DE" sz="1200" b="0" u="none" strike="noStrike">
              <a:solidFill>
                <a:srgbClr val="000000"/>
              </a:solidFill>
              <a:effectLst/>
              <a:uFillTx/>
              <a:latin typeface="Arial"/>
            </a:endParaRPr>
          </a:p>
          <a:p>
            <a:pPr marL="171360" indent="-171360" defTabSz="457200">
              <a:lnSpc>
                <a:spcPct val="100000"/>
              </a:lnSpc>
              <a:buClr>
                <a:srgbClr val="002060"/>
              </a:buClr>
              <a:buFont typeface="Arial"/>
              <a:buChar char="•"/>
            </a:pPr>
            <a:r>
              <a:rPr lang="de-DE" sz="1200" b="0" u="none" strike="noStrike">
                <a:solidFill>
                  <a:schemeClr val="dk1"/>
                </a:solidFill>
                <a:effectLst/>
                <a:uFillTx/>
                <a:latin typeface="Tahoma"/>
                <a:ea typeface="Tahoma"/>
              </a:rPr>
              <a:t>Formulierung und Lösung eines Optimalsteuerungsproblems mit der Software CasADi.</a:t>
            </a:r>
            <a:br>
              <a:rPr sz="1200"/>
            </a:br>
            <a:r>
              <a:rPr lang="de-DE" sz="1200" b="0" u="none" strike="noStrike">
                <a:solidFill>
                  <a:schemeClr val="dk1"/>
                </a:solidFill>
                <a:effectLst/>
                <a:uFillTx/>
                <a:latin typeface="Tahoma"/>
                <a:ea typeface="Tahoma"/>
              </a:rPr>
              <a:t> </a:t>
            </a:r>
            <a:endParaRPr lang="de-DE" sz="1200" b="0" u="none" strike="noStrike">
              <a:solidFill>
                <a:srgbClr val="000000"/>
              </a:solidFill>
              <a:effectLst/>
              <a:uFillTx/>
              <a:latin typeface="Arial"/>
            </a:endParaRPr>
          </a:p>
          <a:p>
            <a:pPr algn="just" defTabSz="457200">
              <a:lnSpc>
                <a:spcPct val="107000"/>
              </a:lnSpc>
              <a:spcAft>
                <a:spcPts val="799"/>
              </a:spcAft>
            </a:pPr>
            <a:r>
              <a:rPr lang="de-DE" sz="1200" b="0" u="none" strike="noStrike">
                <a:solidFill>
                  <a:srgbClr val="002060"/>
                </a:solidFill>
                <a:effectLst/>
                <a:uFillTx/>
                <a:latin typeface="Tahoma"/>
                <a:ea typeface="Tahoma"/>
              </a:rPr>
              <a:t>Praktikant und Werkstudent bei TLK-Thermo GmbH im Bereich </a:t>
            </a:r>
            <a:r>
              <a:rPr lang="de-DE" sz="1200" b="1" u="none" strike="noStrike">
                <a:solidFill>
                  <a:srgbClr val="002060"/>
                </a:solidFill>
                <a:effectLst/>
                <a:uFillTx/>
                <a:latin typeface="Tahoma"/>
                <a:ea typeface="Tahoma"/>
              </a:rPr>
              <a:t>Programmierung</a:t>
            </a:r>
            <a:endParaRPr lang="de-DE" sz="1200" b="0" u="none" strike="noStrike">
              <a:solidFill>
                <a:srgbClr val="000000"/>
              </a:solidFill>
              <a:effectLst/>
              <a:uFillTx/>
              <a:latin typeface="Arial"/>
            </a:endParaRPr>
          </a:p>
          <a:p>
            <a:pPr marL="171360" indent="-171360" algn="just" defTabSz="457200">
              <a:lnSpc>
                <a:spcPct val="107000"/>
              </a:lnSpc>
              <a:buClr>
                <a:srgbClr val="002060"/>
              </a:buClr>
              <a:buFont typeface="Arial"/>
              <a:buChar char="•"/>
            </a:pPr>
            <a:r>
              <a:rPr lang="de-DE" sz="1200" b="0" u="none" strike="noStrike">
                <a:solidFill>
                  <a:schemeClr val="dk1"/>
                </a:solidFill>
                <a:effectLst/>
                <a:uFillTx/>
                <a:latin typeface="Tahoma"/>
                <a:ea typeface="Tahoma"/>
              </a:rPr>
              <a:t>Weiterentwicklung einer Backend-Software zur Bearbeitung und Konvertierung von Daten zwischen JSON-Dateien und Python-Klassen.</a:t>
            </a:r>
            <a:endParaRPr lang="de-DE" sz="1200" b="0" u="none" strike="noStrike">
              <a:solidFill>
                <a:srgbClr val="000000"/>
              </a:solidFill>
              <a:effectLst/>
              <a:uFillTx/>
              <a:latin typeface="Arial"/>
            </a:endParaRPr>
          </a:p>
          <a:p>
            <a:pPr marL="171360" indent="-171360" algn="just" defTabSz="457200">
              <a:lnSpc>
                <a:spcPct val="107000"/>
              </a:lnSpc>
              <a:buClr>
                <a:srgbClr val="002060"/>
              </a:buClr>
              <a:buFont typeface="Arial"/>
              <a:buChar char="•"/>
            </a:pPr>
            <a:r>
              <a:rPr lang="de-DE" sz="1200" b="0" u="none" strike="noStrike">
                <a:solidFill>
                  <a:schemeClr val="dk1"/>
                </a:solidFill>
                <a:effectLst/>
                <a:uFillTx/>
                <a:latin typeface="Tahoma"/>
                <a:ea typeface="Tahoma"/>
              </a:rPr>
              <a:t>Implementierung einer grafischen Benutzeroberfläche zur Bearbeitung und Speicherung der Backend-Software.</a:t>
            </a:r>
            <a:endParaRPr lang="de-DE" sz="1200" b="0" u="none" strike="noStrike">
              <a:solidFill>
                <a:srgbClr val="000000"/>
              </a:solidFill>
              <a:effectLst/>
              <a:uFillTx/>
              <a:latin typeface="Arial"/>
            </a:endParaRPr>
          </a:p>
          <a:p>
            <a:pPr algn="just" defTabSz="457200">
              <a:lnSpc>
                <a:spcPct val="107000"/>
              </a:lnSpc>
            </a:pPr>
            <a:endParaRPr lang="de-DE" sz="1800" b="0" u="none" strike="noStrike">
              <a:solidFill>
                <a:srgbClr val="000000"/>
              </a:solidFill>
              <a:effectLst/>
              <a:uFillTx/>
              <a:latin typeface="Arial"/>
            </a:endParaRPr>
          </a:p>
          <a:p>
            <a:pPr algn="just" defTabSz="457200">
              <a:lnSpc>
                <a:spcPct val="107000"/>
              </a:lnSpc>
              <a:spcAft>
                <a:spcPts val="799"/>
              </a:spcAft>
            </a:pPr>
            <a:r>
              <a:rPr lang="de-DE" sz="1200" b="0" u="none" strike="noStrike">
                <a:solidFill>
                  <a:srgbClr val="002060"/>
                </a:solidFill>
                <a:effectLst/>
                <a:uFillTx/>
                <a:latin typeface="Tahoma"/>
                <a:ea typeface="Tahoma"/>
              </a:rPr>
              <a:t>Wissenschaftliche Hilfskraft an </a:t>
            </a:r>
            <a:r>
              <a:rPr lang="de-DE" sz="1200" b="1" u="none" strike="noStrike">
                <a:solidFill>
                  <a:srgbClr val="002060"/>
                </a:solidFill>
                <a:effectLst/>
                <a:uFillTx/>
                <a:latin typeface="Tahoma"/>
                <a:ea typeface="Tahoma"/>
              </a:rPr>
              <a:t>Versuchsanlagen</a:t>
            </a:r>
            <a:r>
              <a:rPr lang="de-DE" sz="1200" b="0" u="none" strike="noStrike">
                <a:solidFill>
                  <a:srgbClr val="002060"/>
                </a:solidFill>
                <a:effectLst/>
                <a:uFillTx/>
                <a:latin typeface="Tahoma"/>
                <a:ea typeface="Tahoma"/>
              </a:rPr>
              <a:t> zu adaptiven Dichtungen in Turbomaschinen, TU Braunschweig (IFAS Institut)</a:t>
            </a:r>
            <a:endParaRPr lang="de-DE" sz="1200" b="0" u="none" strike="noStrike">
              <a:solidFill>
                <a:srgbClr val="000000"/>
              </a:solidFill>
              <a:effectLst/>
              <a:uFillTx/>
              <a:latin typeface="Arial"/>
            </a:endParaRPr>
          </a:p>
          <a:p>
            <a:pPr marL="171360" indent="-171360" algn="just" defTabSz="457200">
              <a:lnSpc>
                <a:spcPct val="107000"/>
              </a:lnSpc>
              <a:spcAft>
                <a:spcPts val="799"/>
              </a:spcAft>
              <a:buClr>
                <a:srgbClr val="002060"/>
              </a:buClr>
              <a:buFont typeface="Arial"/>
              <a:buChar char="•"/>
            </a:pPr>
            <a:r>
              <a:rPr lang="de-DE" sz="1200" b="0" u="none" strike="noStrike">
                <a:solidFill>
                  <a:schemeClr val="dk1"/>
                </a:solidFill>
                <a:effectLst/>
                <a:uFillTx/>
                <a:latin typeface="Tahoma"/>
                <a:ea typeface="Tahoma"/>
              </a:rPr>
              <a:t>Versuchsaufbau, Versuchsdurchführung und Auswertung experimenteller Ergebnisse mit MATLAB. </a:t>
            </a:r>
            <a:endParaRPr lang="de-DE" sz="1200" b="0" u="none" strike="noStrike">
              <a:solidFill>
                <a:srgbClr val="000000"/>
              </a:solidFill>
              <a:effectLst/>
              <a:uFillTx/>
              <a:latin typeface="Arial"/>
            </a:endParaRPr>
          </a:p>
          <a:p>
            <a:pPr defTabSz="457200">
              <a:lnSpc>
                <a:spcPct val="107000"/>
              </a:lnSpc>
              <a:spcAft>
                <a:spcPts val="799"/>
              </a:spcAft>
            </a:pPr>
            <a:endParaRPr lang="de-DE" sz="1200" b="0" u="none" strike="noStrike">
              <a:solidFill>
                <a:srgbClr val="000000"/>
              </a:solidFill>
              <a:effectLst/>
              <a:uFillTx/>
              <a:latin typeface="Arial"/>
            </a:endParaRPr>
          </a:p>
        </p:txBody>
      </p:sp>
      <p:cxnSp>
        <p:nvCxnSpPr>
          <p:cNvPr id="67" name="Gerader Verbinder 15"/>
          <p:cNvCxnSpPr/>
          <p:nvPr/>
        </p:nvCxnSpPr>
        <p:spPr>
          <a:xfrm>
            <a:off x="291960" y="126720"/>
            <a:ext cx="6011280" cy="4320"/>
          </a:xfrm>
          <a:prstGeom prst="straightConnector1">
            <a:avLst/>
          </a:prstGeom>
          <a:ln w="0">
            <a:solidFill>
              <a:srgbClr val="002060"/>
            </a:solidFill>
          </a:ln>
        </p:spPr>
      </p:cxnSp>
      <p:sp>
        <p:nvSpPr>
          <p:cNvPr id="68" name="CuadroTexto 111"/>
          <p:cNvSpPr/>
          <p:nvPr/>
        </p:nvSpPr>
        <p:spPr>
          <a:xfrm>
            <a:off x="3208320" y="9675000"/>
            <a:ext cx="960480" cy="2271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de-DE" sz="900" b="0" u="none" strike="noStrike">
                <a:solidFill>
                  <a:schemeClr val="dk1"/>
                </a:solidFill>
                <a:effectLst/>
                <a:uFillTx/>
                <a:latin typeface="Tahoma"/>
                <a:ea typeface="Tahoma"/>
              </a:rPr>
              <a:t>Seite 1 von 2</a:t>
            </a:r>
            <a:endParaRPr lang="de-DE" sz="900" b="0" u="none" strike="noStrike">
              <a:solidFill>
                <a:srgbClr val="000000"/>
              </a:solidFill>
              <a:effectLst/>
              <a:uFillTx/>
              <a:latin typeface="Arial"/>
            </a:endParaRPr>
          </a:p>
        </p:txBody>
      </p:sp>
      <p:pic>
        <p:nvPicPr>
          <p:cNvPr id="69" name="Grafik 21"/>
          <p:cNvPicPr/>
          <p:nvPr/>
        </p:nvPicPr>
        <p:blipFill>
          <a:blip r:embed="rId3"/>
          <a:srcRect l="17041" t="10276" r="8874" b="25717"/>
          <a:stretch/>
        </p:blipFill>
        <p:spPr>
          <a:xfrm>
            <a:off x="495360" y="213480"/>
            <a:ext cx="1557720" cy="1795680"/>
          </a:xfrm>
          <a:prstGeom prst="rect">
            <a:avLst/>
          </a:prstGeom>
          <a:noFill/>
          <a:ln w="0">
            <a:noFill/>
          </a:ln>
        </p:spPr>
      </p:pic>
      <p:sp>
        <p:nvSpPr>
          <p:cNvPr id="70" name="Textfeld 1"/>
          <p:cNvSpPr/>
          <p:nvPr/>
        </p:nvSpPr>
        <p:spPr>
          <a:xfrm>
            <a:off x="0" y="5254200"/>
            <a:ext cx="1341720" cy="6418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de-DE" sz="1200" b="0" u="none" strike="noStrike">
                <a:solidFill>
                  <a:srgbClr val="002060"/>
                </a:solidFill>
                <a:effectLst/>
                <a:uFillTx/>
                <a:latin typeface="Tahoma"/>
                <a:ea typeface="Tahoma"/>
              </a:rPr>
              <a:t>04/2024 – 11/2024 Braunschweig</a:t>
            </a:r>
            <a:endParaRPr lang="de-DE" sz="1200" b="0" u="none" strike="noStrike">
              <a:solidFill>
                <a:srgbClr val="000000"/>
              </a:solidFill>
              <a:effectLst/>
              <a:uFillTx/>
              <a:latin typeface="Arial"/>
            </a:endParaRPr>
          </a:p>
        </p:txBody>
      </p:sp>
      <p:cxnSp>
        <p:nvCxnSpPr>
          <p:cNvPr id="71" name="Gerader Verbinder 4"/>
          <p:cNvCxnSpPr/>
          <p:nvPr/>
        </p:nvCxnSpPr>
        <p:spPr>
          <a:xfrm>
            <a:off x="1281240" y="3974760"/>
            <a:ext cx="5760" cy="5655960"/>
          </a:xfrm>
          <a:prstGeom prst="straightConnector1">
            <a:avLst/>
          </a:prstGeom>
          <a:ln w="0">
            <a:solidFill>
              <a:srgbClr val="002060"/>
            </a:solidFill>
          </a:ln>
        </p:spPr>
      </p:cxnSp>
      <p:sp>
        <p:nvSpPr>
          <p:cNvPr id="72" name="Textfeld 7"/>
          <p:cNvSpPr/>
          <p:nvPr/>
        </p:nvSpPr>
        <p:spPr>
          <a:xfrm>
            <a:off x="0" y="7233120"/>
            <a:ext cx="1341720" cy="6418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de-DE" sz="1200" b="0" u="none" strike="noStrike">
                <a:solidFill>
                  <a:srgbClr val="002060"/>
                </a:solidFill>
                <a:effectLst/>
                <a:uFillTx/>
                <a:latin typeface="Tahoma"/>
                <a:ea typeface="Tahoma"/>
              </a:rPr>
              <a:t>10/2023 – 03/2024 Braunschweig</a:t>
            </a:r>
            <a:endParaRPr lang="de-DE" sz="1200" b="0" u="none" strike="noStrike">
              <a:solidFill>
                <a:srgbClr val="000000"/>
              </a:solidFill>
              <a:effectLst/>
              <a:uFillTx/>
              <a:latin typeface="Arial"/>
            </a:endParaRPr>
          </a:p>
        </p:txBody>
      </p:sp>
      <p:sp>
        <p:nvSpPr>
          <p:cNvPr id="73" name="Textfeld 9"/>
          <p:cNvSpPr/>
          <p:nvPr/>
        </p:nvSpPr>
        <p:spPr>
          <a:xfrm>
            <a:off x="0" y="8687520"/>
            <a:ext cx="1341720" cy="6382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de-DE" sz="1200" b="0" u="none" strike="noStrike">
                <a:solidFill>
                  <a:srgbClr val="002060"/>
                </a:solidFill>
                <a:effectLst/>
                <a:uFillTx/>
                <a:latin typeface="Tahoma"/>
                <a:ea typeface="Tahoma"/>
              </a:rPr>
              <a:t>10/2022 – 04/2023 Braunschweig</a:t>
            </a:r>
            <a:endParaRPr lang="de-DE" sz="1200" b="0" u="none" strike="noStrike">
              <a:solidFill>
                <a:srgbClr val="000000"/>
              </a:solidFill>
              <a:effectLst/>
              <a:uFillTx/>
              <a:latin typeface="Arial"/>
            </a:endParaRPr>
          </a:p>
        </p:txBody>
      </p:sp>
      <p:sp>
        <p:nvSpPr>
          <p:cNvPr id="74" name="Textfeld 2"/>
          <p:cNvSpPr/>
          <p:nvPr/>
        </p:nvSpPr>
        <p:spPr>
          <a:xfrm>
            <a:off x="2520" y="3897000"/>
            <a:ext cx="1341720" cy="2725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de-DE" sz="1200" b="0" u="none" strike="noStrike">
                <a:solidFill>
                  <a:srgbClr val="002060"/>
                </a:solidFill>
                <a:effectLst/>
                <a:uFillTx/>
                <a:latin typeface="Tahoma"/>
                <a:ea typeface="Tahoma"/>
              </a:rPr>
              <a:t>Seit 02/2026 </a:t>
            </a:r>
            <a:endParaRPr lang="de-DE"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slides/slide2.xml><?xml version="1.0" encoding="utf-8"?>
<p:sld xmlns:a="http://schemas.openxmlformats.org/drawingml/2006/main" xmlns:p="http://schemas.openxmlformats.org/presentationml/2006/main" xmlns:r="http://schemas.openxmlformats.org/officeDocument/2006/relationships" xmlns:p14="http://schemas.microsoft.com/office/powerpoint/2010/main" xmlns:p15="http://schemas.microsoft.com/office/powerpoint/2012/main" xmlns:mc="http://schemas.openxmlformats.org/markup-compatibility/2006">
  <p:cSld>
    <p:spTree>
      <p:nvGrpSpPr>
        <p:cNvPr id="1" name=""/>
        <p:cNvGrpSpPr/>
        <p:nvPr/>
      </p:nvGrpSpPr>
      <p:grpSpPr>
        <a:xfrm>
          <a:off x="0" y="0"/>
          <a:ext cx="0" cy="0"/>
          <a:chOff x="0" y="0"/>
          <a:chExt cx="0" cy="0"/>
        </a:xfrm>
      </p:grpSpPr>
      <p:sp>
        <p:nvSpPr>
          <p:cNvPr id="75" name="Textfeld 3"/>
          <p:cNvSpPr/>
          <p:nvPr/>
        </p:nvSpPr>
        <p:spPr>
          <a:xfrm>
            <a:off x="3149640" y="88920"/>
            <a:ext cx="134964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es-CO" sz="1400" b="1" u="none" strike="noStrike">
                <a:solidFill>
                  <a:srgbClr val="002060"/>
                </a:solidFill>
                <a:effectLst/>
                <a:uFillTx/>
                <a:latin typeface="Tahoma"/>
                <a:ea typeface="Tahoma"/>
              </a:rPr>
              <a:t>Bildungsweg</a:t>
            </a:r>
            <a:endParaRPr lang="de-DE" sz="1400" b="0" u="none" strike="noStrike">
              <a:solidFill>
                <a:srgbClr val="000000"/>
              </a:solidFill>
              <a:effectLst/>
              <a:uFillTx/>
              <a:latin typeface="Arial"/>
            </a:endParaRPr>
          </a:p>
        </p:txBody>
      </p:sp>
      <p:sp>
        <p:nvSpPr>
          <p:cNvPr id="76" name="Textfeld 4"/>
          <p:cNvSpPr/>
          <p:nvPr/>
        </p:nvSpPr>
        <p:spPr>
          <a:xfrm>
            <a:off x="1346040" y="445680"/>
            <a:ext cx="5310720" cy="3659400"/>
          </a:xfrm>
          <a:prstGeom prst="rect">
            <a:avLst/>
          </a:prstGeom>
          <a:noFill/>
          <a:ln w="0">
            <a:noFill/>
          </a:ln>
        </p:spPr>
        <p:style>
          <a:lnRef idx="0"/>
          <a:fillRef idx="0"/>
          <a:effectRef idx="0"/>
          <a:fontRef idx="minor"/>
        </p:style>
        <p:txBody>
          <a:bodyPr lIns="90000" rIns="90000" tIns="45000" bIns="45000" anchor="t">
            <a:spAutoFit/>
          </a:bodyPr>
          <a:p>
            <a:pPr algn="just" defTabSz="457200">
              <a:lnSpc>
                <a:spcPct val="100000"/>
              </a:lnSpc>
            </a:pPr>
            <a:r>
              <a:rPr lang="de-DE" sz="1200" b="0" u="none" strike="noStrike">
                <a:solidFill>
                  <a:srgbClr val="002060"/>
                </a:solidFill>
                <a:effectLst/>
                <a:uFillTx/>
                <a:latin typeface="Tahoma"/>
                <a:ea typeface="Tahoma"/>
              </a:rPr>
              <a:t>PyTorch for Deep Learning Bootcamp, ZTM Academy</a:t>
            </a:r>
            <a:endParaRPr lang="de-DE" sz="1200" b="0" u="none" strike="noStrike">
              <a:solidFill>
                <a:srgbClr val="000000"/>
              </a:solidFill>
              <a:effectLst/>
              <a:uFillTx/>
              <a:latin typeface="Arial"/>
            </a:endParaRPr>
          </a:p>
          <a:p>
            <a:pPr marL="171360" indent="-171360" algn="just" defTabSz="457200">
              <a:lnSpc>
                <a:spcPct val="100000"/>
              </a:lnSpc>
              <a:spcBef>
                <a:spcPts val="1191"/>
              </a:spcBef>
              <a:spcAft>
                <a:spcPts val="992"/>
              </a:spcAft>
              <a:buClr>
                <a:srgbClr val="002060"/>
              </a:buClr>
              <a:buFont typeface="Arial"/>
              <a:buChar char="•"/>
            </a:pPr>
            <a:r>
              <a:rPr lang="de-DE" sz="1200" b="0" u="none" strike="noStrike">
                <a:solidFill>
                  <a:schemeClr val="dk1"/>
                </a:solidFill>
                <a:effectLst/>
                <a:uFillTx/>
                <a:latin typeface="Tahoma"/>
                <a:ea typeface="Tahoma"/>
              </a:rPr>
              <a:t>Ein praxisorientierter Kurs zu Deep Learning mit PyTorch, einschließlich Modellaufbau, Training und Durchführung in reale Anwendungen.</a:t>
            </a:r>
            <a:endParaRPr lang="de-DE" sz="1200" b="0" u="none" strike="noStrike">
              <a:solidFill>
                <a:srgbClr val="000000"/>
              </a:solidFill>
              <a:effectLst/>
              <a:uFillTx/>
              <a:latin typeface="Arial"/>
            </a:endParaRPr>
          </a:p>
          <a:p>
            <a:pPr algn="just" defTabSz="457200">
              <a:lnSpc>
                <a:spcPct val="100000"/>
              </a:lnSpc>
            </a:pPr>
            <a:r>
              <a:rPr lang="de-DE" sz="1200" b="0" u="none" strike="noStrike">
                <a:solidFill>
                  <a:srgbClr val="002060"/>
                </a:solidFill>
                <a:effectLst/>
                <a:uFillTx/>
                <a:latin typeface="Tahoma"/>
                <a:ea typeface="Tahoma"/>
              </a:rPr>
              <a:t>Master in Maschinenbau mit Vertiefungspunkt </a:t>
            </a:r>
            <a:r>
              <a:rPr lang="de-DE" sz="1200" b="1" u="none" strike="noStrike">
                <a:solidFill>
                  <a:srgbClr val="002060"/>
                </a:solidFill>
                <a:effectLst/>
                <a:uFillTx/>
                <a:latin typeface="Tahoma"/>
                <a:ea typeface="Tahoma"/>
              </a:rPr>
              <a:t>Energie- und Verfahrenstechnik</a:t>
            </a:r>
            <a:r>
              <a:rPr lang="de-DE" sz="1200" b="0" u="none" strike="noStrike">
                <a:solidFill>
                  <a:srgbClr val="002060"/>
                </a:solidFill>
                <a:effectLst/>
                <a:uFillTx/>
                <a:latin typeface="Tahoma"/>
                <a:ea typeface="Tahoma"/>
              </a:rPr>
              <a:t>, TU Braunschweig</a:t>
            </a:r>
            <a:endParaRPr lang="de-DE" sz="1200" b="0" u="none" strike="noStrike">
              <a:solidFill>
                <a:srgbClr val="000000"/>
              </a:solidFill>
              <a:effectLst/>
              <a:uFillTx/>
              <a:latin typeface="Arial"/>
            </a:endParaRPr>
          </a:p>
          <a:p>
            <a:pPr algn="just" defTabSz="457200">
              <a:lnSpc>
                <a:spcPct val="100000"/>
              </a:lnSpc>
            </a:pPr>
            <a:endParaRPr lang="de-DE" sz="1200" b="0" u="none" strike="noStrike">
              <a:solidFill>
                <a:srgbClr val="000000"/>
              </a:solidFill>
              <a:effectLst/>
              <a:uFillTx/>
              <a:latin typeface="Arial"/>
            </a:endParaRPr>
          </a:p>
          <a:p>
            <a:pPr marL="171360" indent="-171360" algn="just" defTabSz="457200">
              <a:lnSpc>
                <a:spcPct val="100000"/>
              </a:lnSpc>
              <a:buClr>
                <a:srgbClr val="002060"/>
              </a:buClr>
              <a:buFont typeface="Arial"/>
              <a:buChar char="•"/>
            </a:pPr>
            <a:r>
              <a:rPr lang="de-DE" sz="1200" b="0" u="none" strike="noStrike">
                <a:solidFill>
                  <a:schemeClr val="dk1"/>
                </a:solidFill>
                <a:effectLst/>
                <a:uFillTx/>
                <a:latin typeface="Tahoma"/>
                <a:ea typeface="Tahoma"/>
              </a:rPr>
              <a:t>[master_subjects]</a:t>
            </a:r>
            <a:endParaRPr lang="de-DE" sz="1200" b="0" u="none" strike="noStrike">
              <a:solidFill>
                <a:srgbClr val="000000"/>
              </a:solidFill>
              <a:effectLst/>
              <a:uFillTx/>
              <a:latin typeface="Arial"/>
            </a:endParaRPr>
          </a:p>
          <a:p>
            <a:pPr marL="171360" indent="-171360" algn="just" defTabSz="457200">
              <a:lnSpc>
                <a:spcPct val="100000"/>
              </a:lnSpc>
              <a:buClr>
                <a:srgbClr val="002060"/>
              </a:buClr>
              <a:buFont typeface="Arial"/>
              <a:buChar char="•"/>
            </a:pPr>
            <a:r>
              <a:rPr lang="de-DE" sz="1200" b="0" u="none" strike="noStrike">
                <a:solidFill>
                  <a:schemeClr val="dk1"/>
                </a:solidFill>
                <a:effectLst/>
                <a:uFillTx/>
                <a:latin typeface="Tahoma"/>
                <a:ea typeface="Tahoma"/>
              </a:rPr>
              <a:t>Vertiefte Kenntnisse in der Berechnung und Auslegung verschiedener Systeme wie Kolbenmaschinen, hydraulischer Strömungsmaschinen und Windenergieanlagen.</a:t>
            </a:r>
            <a:endParaRPr lang="de-DE" sz="1200" b="0" u="none" strike="noStrike">
              <a:solidFill>
                <a:srgbClr val="000000"/>
              </a:solidFill>
              <a:effectLst/>
              <a:uFillTx/>
              <a:latin typeface="Arial"/>
            </a:endParaRPr>
          </a:p>
          <a:p>
            <a:pPr marL="171360" indent="-171360" algn="just" defTabSz="457200">
              <a:lnSpc>
                <a:spcPct val="100000"/>
              </a:lnSpc>
              <a:buClr>
                <a:srgbClr val="002060"/>
              </a:buClr>
              <a:buFont typeface="Arial"/>
              <a:buChar char="•"/>
            </a:pPr>
            <a:r>
              <a:rPr lang="de-DE" sz="1200" b="0" u="sng" strike="noStrike">
                <a:solidFill>
                  <a:schemeClr val="dk1"/>
                </a:solidFill>
                <a:effectLst/>
                <a:uFillTx/>
                <a:latin typeface="Tahoma"/>
                <a:ea typeface="Tahoma"/>
              </a:rPr>
              <a:t>Studienarbeit:</a:t>
            </a:r>
            <a:r>
              <a:rPr lang="de-DE" sz="1200" b="0" u="none" strike="noStrike">
                <a:solidFill>
                  <a:schemeClr val="dk1"/>
                </a:solidFill>
                <a:effectLst/>
                <a:uFillTx/>
                <a:latin typeface="Tahoma"/>
                <a:ea typeface="Tahoma"/>
              </a:rPr>
              <a:t> Implementierung neuer Rückplattenmesstechnik zur Betriebsverhaltensanalyse von Kohlenschwimmringdichtungen.</a:t>
            </a:r>
            <a:endParaRPr lang="de-DE" sz="1200" b="0" u="none" strike="noStrike">
              <a:solidFill>
                <a:srgbClr val="000000"/>
              </a:solidFill>
              <a:effectLst/>
              <a:uFillTx/>
              <a:latin typeface="Arial"/>
            </a:endParaRPr>
          </a:p>
          <a:p>
            <a:pPr algn="just" defTabSz="457200">
              <a:lnSpc>
                <a:spcPct val="100000"/>
              </a:lnSpc>
            </a:pPr>
            <a:endParaRPr lang="de-DE" sz="1200" b="0" u="none" strike="noStrike">
              <a:solidFill>
                <a:srgbClr val="000000"/>
              </a:solidFill>
              <a:effectLst/>
              <a:uFillTx/>
              <a:latin typeface="Arial"/>
            </a:endParaRPr>
          </a:p>
          <a:p>
            <a:pPr algn="just" defTabSz="457200">
              <a:lnSpc>
                <a:spcPct val="100000"/>
              </a:lnSpc>
            </a:pPr>
            <a:r>
              <a:rPr lang="de-DE" sz="1200" b="0" u="none" strike="noStrike">
                <a:solidFill>
                  <a:srgbClr val="002060"/>
                </a:solidFill>
                <a:effectLst/>
                <a:uFillTx/>
                <a:latin typeface="Tahoma"/>
                <a:ea typeface="Tahoma"/>
              </a:rPr>
              <a:t>Bachelor Maschinenbau, Universidad Nacional de Colombia</a:t>
            </a:r>
            <a:endParaRPr lang="de-DE" sz="1200" b="0" u="none" strike="noStrike">
              <a:solidFill>
                <a:srgbClr val="000000"/>
              </a:solidFill>
              <a:effectLst/>
              <a:uFillTx/>
              <a:latin typeface="Arial"/>
            </a:endParaRPr>
          </a:p>
          <a:p>
            <a:pPr algn="just" defTabSz="457200">
              <a:lnSpc>
                <a:spcPct val="100000"/>
              </a:lnSpc>
            </a:pPr>
            <a:endParaRPr lang="de-DE" sz="1200" b="0" u="none" strike="noStrike">
              <a:solidFill>
                <a:srgbClr val="000000"/>
              </a:solidFill>
              <a:effectLst/>
              <a:uFillTx/>
              <a:latin typeface="Arial"/>
            </a:endParaRPr>
          </a:p>
          <a:p>
            <a:pPr marL="171360" indent="-171360" algn="just" defTabSz="457200">
              <a:lnSpc>
                <a:spcPct val="100000"/>
              </a:lnSpc>
              <a:buClr>
                <a:srgbClr val="002060"/>
              </a:buClr>
              <a:buFont typeface="Arial"/>
              <a:buChar char="•"/>
            </a:pPr>
            <a:r>
              <a:rPr lang="de-DE" sz="1200" b="0" u="sng" strike="noStrike">
                <a:solidFill>
                  <a:schemeClr val="dk1"/>
                </a:solidFill>
                <a:effectLst/>
                <a:uFillTx/>
                <a:latin typeface="Tahoma"/>
                <a:ea typeface="Tahoma"/>
              </a:rPr>
              <a:t>Bachelorarbeit:</a:t>
            </a:r>
            <a:r>
              <a:rPr lang="de-DE" sz="1200" b="0" u="none" strike="noStrike">
                <a:solidFill>
                  <a:schemeClr val="dk1"/>
                </a:solidFill>
                <a:effectLst/>
                <a:uFillTx/>
                <a:latin typeface="Tahoma"/>
                <a:ea typeface="Tahoma"/>
              </a:rPr>
              <a:t> Entwicklung eines inkompressiblen Strömungslösers zur Untersuchung einfacher Turbulenzphänomene. </a:t>
            </a:r>
            <a:endParaRPr lang="de-DE" sz="1200" b="0" u="none" strike="noStrike">
              <a:solidFill>
                <a:srgbClr val="000000"/>
              </a:solidFill>
              <a:effectLst/>
              <a:uFillTx/>
              <a:latin typeface="Arial"/>
            </a:endParaRPr>
          </a:p>
          <a:p>
            <a:pPr marL="171360" indent="-171360" algn="just" defTabSz="457200">
              <a:lnSpc>
                <a:spcPct val="100000"/>
              </a:lnSpc>
              <a:buClr>
                <a:srgbClr val="002060"/>
              </a:buClr>
              <a:buFont typeface="Arial"/>
              <a:buChar char="•"/>
            </a:pPr>
            <a:r>
              <a:rPr lang="de-DE" sz="1200" b="0" u="none" strike="noStrike">
                <a:solidFill>
                  <a:schemeClr val="dk1"/>
                </a:solidFill>
                <a:effectLst/>
                <a:uFillTx/>
                <a:latin typeface="Tahoma"/>
                <a:ea typeface="Tahoma"/>
              </a:rPr>
              <a:t>[bachelor_subjects]</a:t>
            </a:r>
            <a:endParaRPr lang="de-DE" sz="1200" b="0" u="none" strike="noStrike">
              <a:solidFill>
                <a:srgbClr val="000000"/>
              </a:solidFill>
              <a:effectLst/>
              <a:uFillTx/>
              <a:latin typeface="Arial"/>
            </a:endParaRPr>
          </a:p>
        </p:txBody>
      </p:sp>
      <p:sp>
        <p:nvSpPr>
          <p:cNvPr id="77" name="Textfeld 5"/>
          <p:cNvSpPr/>
          <p:nvPr/>
        </p:nvSpPr>
        <p:spPr>
          <a:xfrm>
            <a:off x="2768760" y="4718160"/>
            <a:ext cx="210384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es-CO" sz="1400" b="1" u="none" strike="noStrike">
                <a:solidFill>
                  <a:srgbClr val="002060"/>
                </a:solidFill>
                <a:effectLst/>
                <a:uFillTx/>
                <a:latin typeface="Tahoma"/>
                <a:ea typeface="Tahoma"/>
              </a:rPr>
              <a:t>Sonstige Leistungen</a:t>
            </a:r>
            <a:endParaRPr lang="de-DE" sz="1400" b="0" u="none" strike="noStrike">
              <a:solidFill>
                <a:srgbClr val="000000"/>
              </a:solidFill>
              <a:effectLst/>
              <a:uFillTx/>
              <a:latin typeface="Arial"/>
            </a:endParaRPr>
          </a:p>
        </p:txBody>
      </p:sp>
      <p:sp>
        <p:nvSpPr>
          <p:cNvPr id="78" name="Textfeld 6"/>
          <p:cNvSpPr/>
          <p:nvPr/>
        </p:nvSpPr>
        <p:spPr>
          <a:xfrm>
            <a:off x="1346040" y="5037840"/>
            <a:ext cx="5507640" cy="27252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de-DE" sz="1200" b="0" u="none" strike="noStrike">
                <a:solidFill>
                  <a:srgbClr val="002060"/>
                </a:solidFill>
                <a:effectLst/>
                <a:uFillTx/>
                <a:latin typeface="Tahoma"/>
                <a:ea typeface="Tahoma"/>
              </a:rPr>
              <a:t>Kultureller Austausch in Deutschland als Au-Pair</a:t>
            </a:r>
            <a:endParaRPr lang="de-DE" sz="1200" b="0" u="none" strike="noStrike">
              <a:solidFill>
                <a:srgbClr val="000000"/>
              </a:solidFill>
              <a:effectLst/>
              <a:uFillTx/>
              <a:latin typeface="Arial"/>
            </a:endParaRPr>
          </a:p>
        </p:txBody>
      </p:sp>
      <p:sp>
        <p:nvSpPr>
          <p:cNvPr id="79" name="Textfeld 7"/>
          <p:cNvSpPr/>
          <p:nvPr/>
        </p:nvSpPr>
        <p:spPr>
          <a:xfrm>
            <a:off x="1346040" y="5676840"/>
            <a:ext cx="5609160" cy="82656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de-DE" sz="1200" b="0" u="none" strike="noStrike">
                <a:solidFill>
                  <a:srgbClr val="002060"/>
                </a:solidFill>
                <a:effectLst/>
                <a:uFillTx/>
                <a:latin typeface="Tahoma"/>
                <a:ea typeface="Tahoma"/>
              </a:rPr>
              <a:t>Volontär bei der katholischen Organisation  „Assumptionisten“</a:t>
            </a:r>
            <a:endParaRPr lang="de-DE" sz="1200" b="0" u="none" strike="noStrike">
              <a:solidFill>
                <a:srgbClr val="000000"/>
              </a:solidFill>
              <a:effectLst/>
              <a:uFillTx/>
              <a:latin typeface="Arial"/>
            </a:endParaRPr>
          </a:p>
          <a:p>
            <a:pPr defTabSz="457200">
              <a:lnSpc>
                <a:spcPct val="100000"/>
              </a:lnSpc>
            </a:pPr>
            <a:endParaRPr lang="de-DE" sz="1200" b="0" u="none" strike="noStrike">
              <a:solidFill>
                <a:srgbClr val="000000"/>
              </a:solidFill>
              <a:effectLst/>
              <a:uFillTx/>
              <a:latin typeface="Arial"/>
            </a:endParaRPr>
          </a:p>
          <a:p>
            <a:pPr marL="171360" indent="-171360" defTabSz="457200">
              <a:lnSpc>
                <a:spcPct val="100000"/>
              </a:lnSpc>
              <a:buClr>
                <a:srgbClr val="002060"/>
              </a:buClr>
              <a:buFont typeface="Arial"/>
              <a:buChar char="•"/>
            </a:pPr>
            <a:r>
              <a:rPr lang="de-DE" sz="1200" b="0" u="none" strike="noStrike">
                <a:solidFill>
                  <a:schemeClr val="dk1"/>
                </a:solidFill>
                <a:effectLst/>
                <a:uFillTx/>
                <a:latin typeface="Tahoma"/>
                <a:ea typeface="Tahoma"/>
              </a:rPr>
              <a:t>Begleitung und Unterstützung von Jugendlichen in benachteiligten ländlichen Gebieten.</a:t>
            </a:r>
            <a:r>
              <a:rPr lang="de-DE" sz="1200" b="0" u="none" strike="noStrike">
                <a:solidFill>
                  <a:srgbClr val="002060"/>
                </a:solidFill>
                <a:effectLst/>
                <a:uFillTx/>
                <a:latin typeface="Tahoma"/>
                <a:ea typeface="Tahoma"/>
              </a:rPr>
              <a:t> </a:t>
            </a:r>
            <a:endParaRPr lang="de-DE" sz="1200" b="0" u="none" strike="noStrike">
              <a:solidFill>
                <a:srgbClr val="000000"/>
              </a:solidFill>
              <a:effectLst/>
              <a:uFillTx/>
              <a:latin typeface="Arial"/>
            </a:endParaRPr>
          </a:p>
        </p:txBody>
      </p:sp>
      <p:sp>
        <p:nvSpPr>
          <p:cNvPr id="80" name="CuadroTexto 111"/>
          <p:cNvSpPr/>
          <p:nvPr/>
        </p:nvSpPr>
        <p:spPr>
          <a:xfrm>
            <a:off x="3208320" y="9675000"/>
            <a:ext cx="960480" cy="22716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de-DE" sz="900" b="0" u="none" strike="noStrike">
                <a:solidFill>
                  <a:schemeClr val="dk1"/>
                </a:solidFill>
                <a:effectLst/>
                <a:uFillTx/>
                <a:latin typeface="Tahoma"/>
                <a:ea typeface="Tahoma"/>
              </a:rPr>
              <a:t>Seite 2 von 2</a:t>
            </a:r>
            <a:endParaRPr lang="de-DE" sz="900" b="0" u="none" strike="noStrike">
              <a:solidFill>
                <a:srgbClr val="000000"/>
              </a:solidFill>
              <a:effectLst/>
              <a:uFillTx/>
              <a:latin typeface="Arial"/>
            </a:endParaRPr>
          </a:p>
        </p:txBody>
      </p:sp>
      <p:sp>
        <p:nvSpPr>
          <p:cNvPr id="81" name="Textfeld 9"/>
          <p:cNvSpPr/>
          <p:nvPr/>
        </p:nvSpPr>
        <p:spPr>
          <a:xfrm>
            <a:off x="3174840" y="6566040"/>
            <a:ext cx="1303920" cy="30312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es-CO" sz="1400" b="1" u="none" strike="noStrike">
                <a:solidFill>
                  <a:srgbClr val="002060"/>
                </a:solidFill>
                <a:effectLst/>
                <a:uFillTx/>
                <a:latin typeface="Tahoma"/>
                <a:ea typeface="Tahoma"/>
              </a:rPr>
              <a:t>Fähigkeiten</a:t>
            </a:r>
            <a:endParaRPr lang="de-DE" sz="1400" b="0" u="none" strike="noStrike">
              <a:solidFill>
                <a:srgbClr val="000000"/>
              </a:solidFill>
              <a:effectLst/>
              <a:uFillTx/>
              <a:latin typeface="Arial"/>
            </a:endParaRPr>
          </a:p>
        </p:txBody>
      </p:sp>
      <p:sp>
        <p:nvSpPr>
          <p:cNvPr id="82" name="Textfeld 10"/>
          <p:cNvSpPr/>
          <p:nvPr/>
        </p:nvSpPr>
        <p:spPr>
          <a:xfrm>
            <a:off x="657360" y="6971040"/>
            <a:ext cx="5787000" cy="138060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s-CO" sz="1200" b="0" u="none" strike="noStrike">
                <a:solidFill>
                  <a:srgbClr val="002060"/>
                </a:solidFill>
                <a:effectLst/>
                <a:uFillTx/>
                <a:latin typeface="Tahoma"/>
                <a:ea typeface="Tahoma"/>
              </a:rPr>
              <a:t>EDV Kenntnisse</a:t>
            </a:r>
            <a:br>
              <a:rPr sz="1200"/>
            </a:br>
            <a:endParaRPr lang="de-DE" sz="1200" b="0" u="none" strike="noStrike">
              <a:solidFill>
                <a:srgbClr val="000000"/>
              </a:solidFill>
              <a:effectLst/>
              <a:uFillTx/>
              <a:latin typeface="Arial"/>
            </a:endParaRPr>
          </a:p>
          <a:p>
            <a:pPr defTabSz="457200">
              <a:lnSpc>
                <a:spcPct val="100000"/>
              </a:lnSpc>
            </a:pPr>
            <a:r>
              <a:rPr lang="es-CO" sz="1200" b="0" u="none" strike="noStrike">
                <a:solidFill>
                  <a:schemeClr val="dk1"/>
                </a:solidFill>
                <a:effectLst/>
                <a:uFillTx/>
                <a:latin typeface="Tahoma"/>
                <a:ea typeface="Tahoma"/>
              </a:rPr>
              <a:t>Python</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Modelica</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C++</a:t>
            </a:r>
            <a:endParaRPr lang="de-DE" sz="1200" b="0" u="none" strike="noStrike">
              <a:solidFill>
                <a:srgbClr val="000000"/>
              </a:solidFill>
              <a:effectLst/>
              <a:uFillTx/>
              <a:latin typeface="Arial"/>
            </a:endParaRPr>
          </a:p>
          <a:p>
            <a:pPr defTabSz="457200">
              <a:lnSpc>
                <a:spcPct val="100000"/>
              </a:lnSpc>
            </a:pPr>
            <a:endParaRPr lang="de-DE" sz="1200" b="0" u="none" strike="noStrike">
              <a:solidFill>
                <a:srgbClr val="000000"/>
              </a:solidFill>
              <a:effectLst/>
              <a:uFillTx/>
              <a:latin typeface="Arial"/>
            </a:endParaRPr>
          </a:p>
          <a:p>
            <a:pPr defTabSz="457200">
              <a:lnSpc>
                <a:spcPct val="100000"/>
              </a:lnSpc>
            </a:pPr>
            <a:r>
              <a:rPr lang="es-CO" sz="1200" b="0" u="none" strike="noStrike">
                <a:solidFill>
                  <a:schemeClr val="dk1"/>
                </a:solidFill>
                <a:effectLst/>
                <a:uFillTx/>
                <a:latin typeface="Tahoma"/>
                <a:ea typeface="Tahoma"/>
              </a:rPr>
              <a:t>Matlab</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Inventor</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MS Office</a:t>
            </a:r>
            <a:br>
              <a:rPr sz="1200"/>
            </a:br>
            <a:br>
              <a:rPr sz="1200"/>
            </a:br>
            <a:r>
              <a:rPr lang="es-CO" sz="1200" b="0" u="none" strike="noStrike">
                <a:solidFill>
                  <a:schemeClr val="dk1"/>
                </a:solidFill>
                <a:effectLst/>
                <a:uFillTx/>
                <a:latin typeface="Tahoma"/>
                <a:ea typeface="Tahoma"/>
              </a:rPr>
              <a:t>OpenFOAM</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Abaqus</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	</a:t>
            </a:r>
            <a:r>
              <a:rPr lang="es-CO" sz="1200" b="0" u="none" strike="noStrike">
                <a:solidFill>
                  <a:schemeClr val="dk1"/>
                </a:solidFill>
                <a:effectLst/>
                <a:uFillTx/>
                <a:latin typeface="Tahoma"/>
                <a:ea typeface="Tahoma"/>
              </a:rPr>
              <a:t>CasADi</a:t>
            </a:r>
            <a:endParaRPr lang="de-DE" sz="1200" b="0" u="none" strike="noStrike">
              <a:solidFill>
                <a:srgbClr val="000000"/>
              </a:solidFill>
              <a:effectLst/>
              <a:uFillTx/>
              <a:latin typeface="Arial"/>
            </a:endParaRPr>
          </a:p>
        </p:txBody>
      </p:sp>
      <p:sp>
        <p:nvSpPr>
          <p:cNvPr id="83" name="Textfeld 38"/>
          <p:cNvSpPr/>
          <p:nvPr/>
        </p:nvSpPr>
        <p:spPr>
          <a:xfrm>
            <a:off x="601200" y="8528400"/>
            <a:ext cx="2128320" cy="10040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s-CO" sz="1200" b="0" u="none" strike="noStrike">
                <a:solidFill>
                  <a:srgbClr val="002060"/>
                </a:solidFill>
                <a:effectLst/>
                <a:uFillTx/>
                <a:latin typeface="Tahoma"/>
                <a:ea typeface="Tahoma"/>
              </a:rPr>
              <a:t>Sprachen</a:t>
            </a:r>
            <a:br>
              <a:rPr sz="1200"/>
            </a:br>
            <a:endParaRPr lang="de-DE" sz="1200" b="0" u="none" strike="noStrike">
              <a:solidFill>
                <a:srgbClr val="000000"/>
              </a:solidFill>
              <a:effectLst/>
              <a:uFillTx/>
              <a:latin typeface="Arial"/>
            </a:endParaRPr>
          </a:p>
          <a:p>
            <a:pPr marL="171360" indent="-171360" defTabSz="457200">
              <a:lnSpc>
                <a:spcPct val="100000"/>
              </a:lnSpc>
              <a:buClr>
                <a:srgbClr val="002060"/>
              </a:buClr>
              <a:buFont typeface="Arial"/>
              <a:buChar char="•"/>
            </a:pPr>
            <a:r>
              <a:rPr lang="es-CO" sz="1200" b="0" u="none" strike="noStrike">
                <a:solidFill>
                  <a:schemeClr val="dk1"/>
                </a:solidFill>
                <a:effectLst/>
                <a:uFillTx/>
                <a:latin typeface="Tahoma"/>
                <a:ea typeface="Tahoma"/>
              </a:rPr>
              <a:t>Spanisch: Muttersprachler</a:t>
            </a:r>
            <a:endParaRPr lang="de-DE" sz="1200" b="0" u="none" strike="noStrike">
              <a:solidFill>
                <a:srgbClr val="000000"/>
              </a:solidFill>
              <a:effectLst/>
              <a:uFillTx/>
              <a:latin typeface="Arial"/>
            </a:endParaRPr>
          </a:p>
          <a:p>
            <a:pPr marL="171360" indent="-171360" defTabSz="457200">
              <a:lnSpc>
                <a:spcPct val="100000"/>
              </a:lnSpc>
              <a:buClr>
                <a:srgbClr val="002060"/>
              </a:buClr>
              <a:buFont typeface="Arial"/>
              <a:buChar char="•"/>
            </a:pPr>
            <a:r>
              <a:rPr lang="es-CO" sz="1200" b="0" u="none" strike="noStrike">
                <a:solidFill>
                  <a:schemeClr val="dk1"/>
                </a:solidFill>
                <a:effectLst/>
                <a:uFillTx/>
                <a:latin typeface="Tahoma"/>
                <a:ea typeface="Tahoma"/>
              </a:rPr>
              <a:t>Deutsch: C1</a:t>
            </a:r>
            <a:endParaRPr lang="de-DE" sz="1200" b="0" u="none" strike="noStrike">
              <a:solidFill>
                <a:srgbClr val="000000"/>
              </a:solidFill>
              <a:effectLst/>
              <a:uFillTx/>
              <a:latin typeface="Arial"/>
            </a:endParaRPr>
          </a:p>
          <a:p>
            <a:pPr marL="171360" indent="-171360" defTabSz="457200">
              <a:lnSpc>
                <a:spcPct val="100000"/>
              </a:lnSpc>
              <a:buClr>
                <a:srgbClr val="002060"/>
              </a:buClr>
              <a:buFont typeface="Arial"/>
              <a:buChar char="•"/>
            </a:pPr>
            <a:r>
              <a:rPr lang="es-CO" sz="1200" b="0" u="none" strike="noStrike">
                <a:solidFill>
                  <a:schemeClr val="dk1"/>
                </a:solidFill>
                <a:effectLst/>
                <a:uFillTx/>
                <a:latin typeface="Tahoma"/>
                <a:ea typeface="Tahoma"/>
              </a:rPr>
              <a:t>Englisch: B2</a:t>
            </a:r>
            <a:endParaRPr lang="de-DE" sz="1200" b="0" u="none" strike="noStrike">
              <a:solidFill>
                <a:srgbClr val="000000"/>
              </a:solidFill>
              <a:effectLst/>
              <a:uFillTx/>
              <a:latin typeface="Arial"/>
            </a:endParaRPr>
          </a:p>
        </p:txBody>
      </p:sp>
      <p:sp>
        <p:nvSpPr>
          <p:cNvPr id="84" name="Textfeld 39"/>
          <p:cNvSpPr/>
          <p:nvPr/>
        </p:nvSpPr>
        <p:spPr>
          <a:xfrm>
            <a:off x="3491280" y="8546760"/>
            <a:ext cx="2448360" cy="1011240"/>
          </a:xfrm>
          <a:prstGeom prst="rect">
            <a:avLst/>
          </a:prstGeom>
          <a:noFill/>
          <a:ln w="0">
            <a:noFill/>
          </a:ln>
        </p:spPr>
        <p:style>
          <a:lnRef idx="0"/>
          <a:fillRef idx="0"/>
          <a:effectRef idx="0"/>
          <a:fontRef idx="minor"/>
        </p:style>
        <p:txBody>
          <a:bodyPr lIns="90000" rIns="90000" tIns="45000" bIns="45000" anchor="t">
            <a:spAutoFit/>
          </a:bodyPr>
          <a:p>
            <a:pPr defTabSz="457200">
              <a:lnSpc>
                <a:spcPct val="100000"/>
              </a:lnSpc>
            </a:pPr>
            <a:r>
              <a:rPr lang="es-CO" sz="1200" b="0" u="none" strike="noStrike">
                <a:solidFill>
                  <a:srgbClr val="002060"/>
                </a:solidFill>
                <a:effectLst/>
                <a:uFillTx/>
                <a:latin typeface="Tahoma"/>
                <a:ea typeface="Tahoma"/>
              </a:rPr>
              <a:t>Persönliche Interessen</a:t>
            </a:r>
            <a:br>
              <a:rPr sz="1200"/>
            </a:br>
            <a:endParaRPr lang="de-DE" sz="1200" b="0" u="none" strike="noStrike">
              <a:solidFill>
                <a:srgbClr val="000000"/>
              </a:solidFill>
              <a:effectLst/>
              <a:uFillTx/>
              <a:latin typeface="Arial"/>
            </a:endParaRPr>
          </a:p>
          <a:p>
            <a:pPr marL="171360" indent="-171360" defTabSz="457200">
              <a:lnSpc>
                <a:spcPct val="100000"/>
              </a:lnSpc>
              <a:buClr>
                <a:srgbClr val="002060"/>
              </a:buClr>
              <a:buFont typeface="Arial"/>
              <a:buChar char="•"/>
            </a:pPr>
            <a:r>
              <a:rPr lang="es-CO" sz="1200" b="0" u="none" strike="noStrike">
                <a:solidFill>
                  <a:schemeClr val="dk1"/>
                </a:solidFill>
                <a:effectLst/>
                <a:uFillTx/>
                <a:latin typeface="Tahoma"/>
                <a:ea typeface="Tahoma"/>
              </a:rPr>
              <a:t>Gitarre Spielen</a:t>
            </a:r>
            <a:endParaRPr lang="de-DE" sz="1200" b="0" u="none" strike="noStrike">
              <a:solidFill>
                <a:srgbClr val="000000"/>
              </a:solidFill>
              <a:effectLst/>
              <a:uFillTx/>
              <a:latin typeface="Arial"/>
            </a:endParaRPr>
          </a:p>
          <a:p>
            <a:pPr marL="171360" indent="-171360" defTabSz="457200">
              <a:lnSpc>
                <a:spcPct val="100000"/>
              </a:lnSpc>
              <a:buClr>
                <a:srgbClr val="002060"/>
              </a:buClr>
              <a:buFont typeface="Arial"/>
              <a:buChar char="•"/>
            </a:pPr>
            <a:r>
              <a:rPr lang="es-CO" sz="1200" b="0" u="none" strike="noStrike">
                <a:solidFill>
                  <a:schemeClr val="dk1"/>
                </a:solidFill>
                <a:effectLst/>
                <a:uFillTx/>
                <a:latin typeface="Tahoma"/>
                <a:ea typeface="Tahoma"/>
              </a:rPr>
              <a:t>Schach</a:t>
            </a:r>
            <a:endParaRPr lang="de-DE" sz="1200" b="0" u="none" strike="noStrike">
              <a:solidFill>
                <a:srgbClr val="000000"/>
              </a:solidFill>
              <a:effectLst/>
              <a:uFillTx/>
              <a:latin typeface="Arial"/>
            </a:endParaRPr>
          </a:p>
          <a:p>
            <a:pPr marL="171360" indent="-171360" defTabSz="457200">
              <a:lnSpc>
                <a:spcPct val="100000"/>
              </a:lnSpc>
              <a:buClr>
                <a:srgbClr val="002060"/>
              </a:buClr>
              <a:buFont typeface="Arial"/>
              <a:buChar char="•"/>
            </a:pPr>
            <a:r>
              <a:rPr lang="es-CO" sz="1200" b="0" u="none" strike="noStrike">
                <a:solidFill>
                  <a:schemeClr val="dk1"/>
                </a:solidFill>
                <a:effectLst/>
                <a:uFillTx/>
                <a:latin typeface="Tahoma"/>
                <a:ea typeface="Tahoma"/>
              </a:rPr>
              <a:t>Stricken und Häckeln</a:t>
            </a:r>
            <a:endParaRPr lang="de-DE" sz="1200" b="0" u="none" strike="noStrike">
              <a:solidFill>
                <a:srgbClr val="000000"/>
              </a:solidFill>
              <a:effectLst/>
              <a:uFillTx/>
              <a:latin typeface="Arial"/>
            </a:endParaRPr>
          </a:p>
        </p:txBody>
      </p:sp>
      <p:sp>
        <p:nvSpPr>
          <p:cNvPr id="85" name="Ellipse 40"/>
          <p:cNvSpPr/>
          <p:nvPr/>
        </p:nvSpPr>
        <p:spPr>
          <a:xfrm>
            <a:off x="1658160" y="745092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86" name="Ellipse 41"/>
          <p:cNvSpPr/>
          <p:nvPr/>
        </p:nvSpPr>
        <p:spPr>
          <a:xfrm>
            <a:off x="1803960" y="7446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87" name="Ellipse 42"/>
          <p:cNvSpPr/>
          <p:nvPr/>
        </p:nvSpPr>
        <p:spPr>
          <a:xfrm>
            <a:off x="1940400" y="7446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88" name="Ellipse 43"/>
          <p:cNvSpPr/>
          <p:nvPr/>
        </p:nvSpPr>
        <p:spPr>
          <a:xfrm>
            <a:off x="2076840" y="7446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89" name="Ellipse 44"/>
          <p:cNvSpPr/>
          <p:nvPr/>
        </p:nvSpPr>
        <p:spPr>
          <a:xfrm>
            <a:off x="2213280" y="7446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90" name="Ellipse 45"/>
          <p:cNvSpPr/>
          <p:nvPr/>
        </p:nvSpPr>
        <p:spPr>
          <a:xfrm>
            <a:off x="1663920" y="81522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91" name="Ellipse 46"/>
          <p:cNvSpPr/>
          <p:nvPr/>
        </p:nvSpPr>
        <p:spPr>
          <a:xfrm>
            <a:off x="1809360" y="814788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92" name="Ellipse 47"/>
          <p:cNvSpPr/>
          <p:nvPr/>
        </p:nvSpPr>
        <p:spPr>
          <a:xfrm>
            <a:off x="1945800" y="814788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93" name="Ellipse 48"/>
          <p:cNvSpPr/>
          <p:nvPr/>
        </p:nvSpPr>
        <p:spPr>
          <a:xfrm>
            <a:off x="2082240" y="8147880"/>
            <a:ext cx="92520" cy="91440"/>
          </a:xfrm>
          <a:prstGeom prst="ellipse">
            <a:avLst/>
          </a:prstGeom>
          <a:no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94" name="Ellipse 49"/>
          <p:cNvSpPr/>
          <p:nvPr/>
        </p:nvSpPr>
        <p:spPr>
          <a:xfrm>
            <a:off x="2218680" y="8147880"/>
            <a:ext cx="92520" cy="91440"/>
          </a:xfrm>
          <a:prstGeom prst="ellipse">
            <a:avLst/>
          </a:prstGeom>
          <a:no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95" name="Ellipse 50"/>
          <p:cNvSpPr/>
          <p:nvPr/>
        </p:nvSpPr>
        <p:spPr>
          <a:xfrm>
            <a:off x="3279600" y="818028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96" name="Ellipse 51"/>
          <p:cNvSpPr/>
          <p:nvPr/>
        </p:nvSpPr>
        <p:spPr>
          <a:xfrm>
            <a:off x="3425040" y="8175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97" name="Ellipse 52"/>
          <p:cNvSpPr/>
          <p:nvPr/>
        </p:nvSpPr>
        <p:spPr>
          <a:xfrm>
            <a:off x="3561480" y="8175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98" name="Ellipse 53"/>
          <p:cNvSpPr/>
          <p:nvPr/>
        </p:nvSpPr>
        <p:spPr>
          <a:xfrm>
            <a:off x="3697920" y="8175600"/>
            <a:ext cx="92520" cy="91440"/>
          </a:xfrm>
          <a:prstGeom prst="ellipse">
            <a:avLst/>
          </a:prstGeom>
          <a:no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99" name="Ellipse 54"/>
          <p:cNvSpPr/>
          <p:nvPr/>
        </p:nvSpPr>
        <p:spPr>
          <a:xfrm>
            <a:off x="3834360" y="8175600"/>
            <a:ext cx="92520" cy="91440"/>
          </a:xfrm>
          <a:prstGeom prst="ellipse">
            <a:avLst/>
          </a:prstGeom>
          <a:no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00" name="Ellipse 55"/>
          <p:cNvSpPr/>
          <p:nvPr/>
        </p:nvSpPr>
        <p:spPr>
          <a:xfrm>
            <a:off x="1658160" y="779328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01" name="Ellipse 56"/>
          <p:cNvSpPr/>
          <p:nvPr/>
        </p:nvSpPr>
        <p:spPr>
          <a:xfrm>
            <a:off x="1803960" y="7788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02" name="Ellipse 57"/>
          <p:cNvSpPr/>
          <p:nvPr/>
        </p:nvSpPr>
        <p:spPr>
          <a:xfrm>
            <a:off x="1940400" y="7788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03" name="Ellipse 58"/>
          <p:cNvSpPr/>
          <p:nvPr/>
        </p:nvSpPr>
        <p:spPr>
          <a:xfrm>
            <a:off x="2076840" y="7788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04" name="Ellipse 59"/>
          <p:cNvSpPr/>
          <p:nvPr/>
        </p:nvSpPr>
        <p:spPr>
          <a:xfrm>
            <a:off x="2213280" y="7788600"/>
            <a:ext cx="92520" cy="91440"/>
          </a:xfrm>
          <a:prstGeom prst="ellipse">
            <a:avLst/>
          </a:prstGeom>
          <a:no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05" name="Ellipse 60"/>
          <p:cNvSpPr/>
          <p:nvPr/>
        </p:nvSpPr>
        <p:spPr>
          <a:xfrm>
            <a:off x="3268080" y="782136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06" name="Ellipse 61"/>
          <p:cNvSpPr/>
          <p:nvPr/>
        </p:nvSpPr>
        <p:spPr>
          <a:xfrm>
            <a:off x="3413880" y="781668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07" name="Ellipse 62"/>
          <p:cNvSpPr/>
          <p:nvPr/>
        </p:nvSpPr>
        <p:spPr>
          <a:xfrm>
            <a:off x="3550320" y="781668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08" name="Ellipse 63"/>
          <p:cNvSpPr/>
          <p:nvPr/>
        </p:nvSpPr>
        <p:spPr>
          <a:xfrm>
            <a:off x="3686760" y="781668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09" name="Ellipse 64"/>
          <p:cNvSpPr/>
          <p:nvPr/>
        </p:nvSpPr>
        <p:spPr>
          <a:xfrm>
            <a:off x="3823200" y="7816680"/>
            <a:ext cx="92520" cy="91440"/>
          </a:xfrm>
          <a:prstGeom prst="ellipse">
            <a:avLst/>
          </a:prstGeom>
          <a:no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10" name="Ellipse 65"/>
          <p:cNvSpPr/>
          <p:nvPr/>
        </p:nvSpPr>
        <p:spPr>
          <a:xfrm>
            <a:off x="3279600" y="745092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11" name="Ellipse 66"/>
          <p:cNvSpPr/>
          <p:nvPr/>
        </p:nvSpPr>
        <p:spPr>
          <a:xfrm>
            <a:off x="3425040" y="7446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12" name="Ellipse 67"/>
          <p:cNvSpPr/>
          <p:nvPr/>
        </p:nvSpPr>
        <p:spPr>
          <a:xfrm>
            <a:off x="3561480" y="7446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13" name="Ellipse 68"/>
          <p:cNvSpPr/>
          <p:nvPr/>
        </p:nvSpPr>
        <p:spPr>
          <a:xfrm>
            <a:off x="3697920" y="7446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14" name="Ellipse 69"/>
          <p:cNvSpPr/>
          <p:nvPr/>
        </p:nvSpPr>
        <p:spPr>
          <a:xfrm>
            <a:off x="3834360" y="7446600"/>
            <a:ext cx="92520" cy="91440"/>
          </a:xfrm>
          <a:prstGeom prst="ellipse">
            <a:avLst/>
          </a:prstGeom>
          <a:no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15" name="Ellipse 70"/>
          <p:cNvSpPr/>
          <p:nvPr/>
        </p:nvSpPr>
        <p:spPr>
          <a:xfrm>
            <a:off x="5243040" y="74502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16" name="Ellipse 71"/>
          <p:cNvSpPr/>
          <p:nvPr/>
        </p:nvSpPr>
        <p:spPr>
          <a:xfrm>
            <a:off x="5388480" y="744552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17" name="Ellipse 72"/>
          <p:cNvSpPr/>
          <p:nvPr/>
        </p:nvSpPr>
        <p:spPr>
          <a:xfrm>
            <a:off x="5524920" y="744552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18" name="Ellipse 73"/>
          <p:cNvSpPr/>
          <p:nvPr/>
        </p:nvSpPr>
        <p:spPr>
          <a:xfrm>
            <a:off x="5661360" y="7445520"/>
            <a:ext cx="92520" cy="91440"/>
          </a:xfrm>
          <a:prstGeom prst="ellipse">
            <a:avLst/>
          </a:prstGeom>
          <a:no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19" name="Ellipse 74"/>
          <p:cNvSpPr/>
          <p:nvPr/>
        </p:nvSpPr>
        <p:spPr>
          <a:xfrm>
            <a:off x="5797800" y="7445520"/>
            <a:ext cx="92520" cy="91440"/>
          </a:xfrm>
          <a:prstGeom prst="ellipse">
            <a:avLst/>
          </a:prstGeom>
          <a:no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20" name="Ellipse 75"/>
          <p:cNvSpPr/>
          <p:nvPr/>
        </p:nvSpPr>
        <p:spPr>
          <a:xfrm>
            <a:off x="5243040" y="779328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21" name="Ellipse 76"/>
          <p:cNvSpPr/>
          <p:nvPr/>
        </p:nvSpPr>
        <p:spPr>
          <a:xfrm>
            <a:off x="5388480" y="7788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22" name="Ellipse 77"/>
          <p:cNvSpPr/>
          <p:nvPr/>
        </p:nvSpPr>
        <p:spPr>
          <a:xfrm>
            <a:off x="5524920" y="7788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23" name="Ellipse 78"/>
          <p:cNvSpPr/>
          <p:nvPr/>
        </p:nvSpPr>
        <p:spPr>
          <a:xfrm>
            <a:off x="5661360" y="77886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24" name="Ellipse 79"/>
          <p:cNvSpPr/>
          <p:nvPr/>
        </p:nvSpPr>
        <p:spPr>
          <a:xfrm>
            <a:off x="5797800" y="7788600"/>
            <a:ext cx="92520" cy="91440"/>
          </a:xfrm>
          <a:prstGeom prst="ellipse">
            <a:avLst/>
          </a:prstGeom>
          <a:no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25" name="Ellipse 1"/>
          <p:cNvSpPr/>
          <p:nvPr/>
        </p:nvSpPr>
        <p:spPr>
          <a:xfrm>
            <a:off x="5246280" y="814752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26" name="Ellipse 2"/>
          <p:cNvSpPr/>
          <p:nvPr/>
        </p:nvSpPr>
        <p:spPr>
          <a:xfrm>
            <a:off x="5392080" y="81432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27" name="Ellipse 11"/>
          <p:cNvSpPr/>
          <p:nvPr/>
        </p:nvSpPr>
        <p:spPr>
          <a:xfrm>
            <a:off x="5528520" y="81432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28" name="Ellipse 12"/>
          <p:cNvSpPr/>
          <p:nvPr/>
        </p:nvSpPr>
        <p:spPr>
          <a:xfrm>
            <a:off x="5664960" y="8143200"/>
            <a:ext cx="92520" cy="91440"/>
          </a:xfrm>
          <a:prstGeom prst="ellipse">
            <a:avLst/>
          </a:prstGeom>
          <a:solidFill>
            <a:srgbClr val="002060"/>
          </a:solid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29" name="Ellipse 13"/>
          <p:cNvSpPr/>
          <p:nvPr/>
        </p:nvSpPr>
        <p:spPr>
          <a:xfrm>
            <a:off x="5801400" y="8143200"/>
            <a:ext cx="92520" cy="91440"/>
          </a:xfrm>
          <a:prstGeom prst="ellipse">
            <a:avLst/>
          </a:prstGeom>
          <a:noFill/>
          <a:ln>
            <a:solidFill>
              <a:srgbClr val="1d3155"/>
            </a:solidFill>
          </a:ln>
        </p:spPr>
        <p:style>
          <a:lnRef idx="2">
            <a:schemeClr val="accent1">
              <a:shade val="15000"/>
            </a:schemeClr>
          </a:lnRef>
          <a:fillRef idx="1">
            <a:schemeClr val="accent1"/>
          </a:fillRef>
          <a:effectRef idx="0">
            <a:schemeClr val="accent1"/>
          </a:effectRef>
          <a:fontRef idx="minor"/>
        </p:style>
        <p:txBody>
          <a:bodyPr lIns="90000" rIns="90000" tIns="23040" bIns="23040" anchor="ctr">
            <a:noAutofit/>
          </a:bodyPr>
          <a:p>
            <a:pPr algn="ctr" defTabSz="457200">
              <a:lnSpc>
                <a:spcPct val="100000"/>
              </a:lnSpc>
            </a:pPr>
            <a:endParaRPr lang="de-DE" sz="1800" b="0" u="none" strike="noStrike">
              <a:solidFill>
                <a:schemeClr val="lt1"/>
              </a:solidFill>
              <a:effectLst/>
              <a:uFillTx/>
              <a:latin typeface="Calibri"/>
            </a:endParaRPr>
          </a:p>
        </p:txBody>
      </p:sp>
      <p:sp>
        <p:nvSpPr>
          <p:cNvPr id="130" name="Textfeld 14"/>
          <p:cNvSpPr/>
          <p:nvPr/>
        </p:nvSpPr>
        <p:spPr>
          <a:xfrm>
            <a:off x="0" y="1242720"/>
            <a:ext cx="1341720" cy="6418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de-DE" sz="1200" b="0" u="none" strike="noStrike">
                <a:solidFill>
                  <a:srgbClr val="002060"/>
                </a:solidFill>
                <a:effectLst/>
                <a:uFillTx/>
                <a:latin typeface="Tahoma"/>
                <a:ea typeface="Tahoma"/>
              </a:rPr>
              <a:t>10/2020 – 11/2024 Braunschweig</a:t>
            </a:r>
            <a:endParaRPr lang="de-DE" sz="1200" b="0" u="none" strike="noStrike">
              <a:solidFill>
                <a:srgbClr val="000000"/>
              </a:solidFill>
              <a:effectLst/>
              <a:uFillTx/>
              <a:latin typeface="Arial"/>
            </a:endParaRPr>
          </a:p>
        </p:txBody>
      </p:sp>
      <p:cxnSp>
        <p:nvCxnSpPr>
          <p:cNvPr id="131" name="Gerader Verbinder 15"/>
          <p:cNvCxnSpPr/>
          <p:nvPr/>
        </p:nvCxnSpPr>
        <p:spPr>
          <a:xfrm>
            <a:off x="1282680" y="444240"/>
            <a:ext cx="4320" cy="5897160"/>
          </a:xfrm>
          <a:prstGeom prst="straightConnector1">
            <a:avLst/>
          </a:prstGeom>
          <a:ln w="0">
            <a:solidFill>
              <a:srgbClr val="002060"/>
            </a:solidFill>
          </a:ln>
        </p:spPr>
      </p:cxnSp>
      <p:sp>
        <p:nvSpPr>
          <p:cNvPr id="132" name="Textfeld 16"/>
          <p:cNvSpPr/>
          <p:nvPr/>
        </p:nvSpPr>
        <p:spPr>
          <a:xfrm>
            <a:off x="0" y="3353040"/>
            <a:ext cx="1341720" cy="6418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de-DE" sz="1200" b="0" u="none" strike="noStrike">
                <a:solidFill>
                  <a:srgbClr val="002060"/>
                </a:solidFill>
                <a:effectLst/>
                <a:uFillTx/>
                <a:latin typeface="Tahoma"/>
                <a:ea typeface="Tahoma"/>
              </a:rPr>
              <a:t>01/2013 – 07/2019 Kolumbien</a:t>
            </a:r>
            <a:endParaRPr lang="de-DE" sz="1200" b="0" u="none" strike="noStrike">
              <a:solidFill>
                <a:srgbClr val="000000"/>
              </a:solidFill>
              <a:effectLst/>
              <a:uFillTx/>
              <a:latin typeface="Arial"/>
            </a:endParaRPr>
          </a:p>
        </p:txBody>
      </p:sp>
      <p:sp>
        <p:nvSpPr>
          <p:cNvPr id="133" name="Textfeld 18"/>
          <p:cNvSpPr/>
          <p:nvPr/>
        </p:nvSpPr>
        <p:spPr>
          <a:xfrm>
            <a:off x="0" y="4940280"/>
            <a:ext cx="1341720" cy="6418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de-DE" sz="1200" b="0" u="none" strike="noStrike">
                <a:solidFill>
                  <a:srgbClr val="002060"/>
                </a:solidFill>
                <a:effectLst/>
                <a:uFillTx/>
                <a:latin typeface="Tahoma"/>
                <a:ea typeface="Tahoma"/>
              </a:rPr>
              <a:t>06/2019 – 06/2020  Usingen</a:t>
            </a:r>
            <a:endParaRPr lang="de-DE" sz="1200" b="0" u="none" strike="noStrike">
              <a:solidFill>
                <a:srgbClr val="000000"/>
              </a:solidFill>
              <a:effectLst/>
              <a:uFillTx/>
              <a:latin typeface="Arial"/>
            </a:endParaRPr>
          </a:p>
        </p:txBody>
      </p:sp>
      <p:sp>
        <p:nvSpPr>
          <p:cNvPr id="134" name="Textfeld 19"/>
          <p:cNvSpPr/>
          <p:nvPr/>
        </p:nvSpPr>
        <p:spPr>
          <a:xfrm>
            <a:off x="0" y="5664240"/>
            <a:ext cx="1341720" cy="64188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de-DE" sz="1200" b="0" u="none" strike="noStrike">
                <a:solidFill>
                  <a:srgbClr val="002060"/>
                </a:solidFill>
                <a:effectLst/>
                <a:uFillTx/>
                <a:latin typeface="Tahoma"/>
                <a:ea typeface="Tahoma"/>
              </a:rPr>
              <a:t>04/2012, 2013, 2014 </a:t>
            </a:r>
            <a:endParaRPr lang="de-DE" sz="1200" b="0" u="none" strike="noStrike">
              <a:solidFill>
                <a:srgbClr val="000000"/>
              </a:solidFill>
              <a:effectLst/>
              <a:uFillTx/>
              <a:latin typeface="Arial"/>
            </a:endParaRPr>
          </a:p>
          <a:p>
            <a:pPr algn="ctr" defTabSz="457200">
              <a:lnSpc>
                <a:spcPct val="100000"/>
              </a:lnSpc>
            </a:pPr>
            <a:r>
              <a:rPr lang="de-DE" sz="1200" b="0" u="none" strike="noStrike">
                <a:solidFill>
                  <a:srgbClr val="002060"/>
                </a:solidFill>
                <a:effectLst/>
                <a:uFillTx/>
                <a:latin typeface="Tahoma"/>
                <a:ea typeface="Tahoma"/>
              </a:rPr>
              <a:t>Kolumbien</a:t>
            </a:r>
            <a:endParaRPr lang="de-DE" sz="1200" b="0" u="none" strike="noStrike">
              <a:solidFill>
                <a:srgbClr val="000000"/>
              </a:solidFill>
              <a:effectLst/>
              <a:uFillTx/>
              <a:latin typeface="Arial"/>
            </a:endParaRPr>
          </a:p>
        </p:txBody>
      </p:sp>
      <p:sp>
        <p:nvSpPr>
          <p:cNvPr id="135" name="Textfeld 8"/>
          <p:cNvSpPr/>
          <p:nvPr/>
        </p:nvSpPr>
        <p:spPr>
          <a:xfrm>
            <a:off x="360" y="444960"/>
            <a:ext cx="1341720" cy="455400"/>
          </a:xfrm>
          <a:prstGeom prst="rect">
            <a:avLst/>
          </a:prstGeom>
          <a:noFill/>
          <a:ln w="0">
            <a:noFill/>
          </a:ln>
        </p:spPr>
        <p:style>
          <a:lnRef idx="0"/>
          <a:fillRef idx="0"/>
          <a:effectRef idx="0"/>
          <a:fontRef idx="minor"/>
        </p:style>
        <p:txBody>
          <a:bodyPr lIns="90000" rIns="90000" tIns="45000" bIns="45000" anchor="t">
            <a:spAutoFit/>
          </a:bodyPr>
          <a:p>
            <a:pPr algn="ctr" defTabSz="457200">
              <a:lnSpc>
                <a:spcPct val="100000"/>
              </a:lnSpc>
            </a:pPr>
            <a:r>
              <a:rPr lang="de-DE" sz="1200" b="0" u="none" strike="noStrike">
                <a:solidFill>
                  <a:srgbClr val="002060"/>
                </a:solidFill>
                <a:effectLst/>
                <a:uFillTx/>
                <a:latin typeface="Tahoma"/>
                <a:ea typeface="Tahoma"/>
              </a:rPr>
              <a:t> 12/2025 - 03/2026 Online</a:t>
            </a:r>
            <a:endParaRPr lang="de-DE" sz="1200" b="0" u="none" strike="noStrike">
              <a:solidFill>
                <a:srgbClr val="000000"/>
              </a:solidFill>
              <a:effectLst/>
              <a:uFillTx/>
              <a:latin typeface="Arial"/>
            </a:endParaRPr>
          </a:p>
        </p:txBody>
      </p:sp>
    </p:spTree>
  </p:cSld>
  <mc:AlternateContent>
    <mc:Choice Requires="p14">
      <p:transition spd="slow" p14:dur="2000"/>
    </mc:Choice>
    <mc:Fallback>
      <p:transition spd="slow"/>
    </mc:Fallback>
  </mc:AlternateContent>
</p:sld>
</file>

<file path=ppt/theme/theme1.xml><?xml version="1.0" encoding="utf-8"?>
<a:theme xmlns:a="http://schemas.openxmlformats.org/drawingml/2006/main" xmlns:r="http://schemas.openxmlformats.org/officeDocument/2006/relationships" name="Office">
  <a:themeElements>
    <a:clrScheme name="Office">
      <a:dk1>
        <a:srgbClr val="000000"/>
      </a:dk1>
      <a:lt1>
        <a:srgbClr val="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pitchFamily="0" charset="1"/>
        <a:ea typeface=""/>
        <a:cs typeface=""/>
      </a:majorFont>
      <a:minorFont>
        <a:latin typeface="Calibri" panose="020F0502020204030204" pitchFamily="0" charset="1"/>
        <a:ea typeface=""/>
        <a:cs typeface=""/>
      </a:minorFont>
    </a:fontScheme>
    <a:fmtScheme>
      <a:fillStyleLst>
        <a:solidFill>
          <a:schemeClr val="phClr"/>
        </a:solidFill>
        <a:gradFill>
          <a:gsLst>
            <a:gs pos="0">
              <a:schemeClr val="phClr">
                <a:lumMod val="110000"/>
                <a:tint val="67000"/>
              </a:schemeClr>
            </a:gs>
            <a:gs pos="50000">
              <a:schemeClr val="phClr">
                <a:lumMod val="105000"/>
                <a:tint val="73000"/>
              </a:schemeClr>
            </a:gs>
            <a:gs pos="100000">
              <a:schemeClr val="phClr">
                <a:lumMod val="105000"/>
                <a:tint val="81000"/>
              </a:schemeClr>
            </a:gs>
          </a:gsLst>
          <a:lin ang="5400000" scaled="0"/>
          <a:tileRect l="0" t="0" r="0" b="0"/>
        </a:gradFill>
        <a:gradFill>
          <a:gsLst>
            <a:gs pos="0">
              <a:schemeClr val="phClr">
                <a:lumMod val="102000"/>
                <a:tint val="94000"/>
              </a:schemeClr>
            </a:gs>
            <a:gs pos="50000">
              <a:schemeClr val="phClr">
                <a:lumMod val="100000"/>
                <a:shade val="100000"/>
              </a:schemeClr>
            </a:gs>
            <a:gs pos="100000">
              <a:schemeClr val="phClr">
                <a:lumMod val="99000"/>
                <a:shade val="78000"/>
              </a:schemeClr>
            </a:gs>
          </a:gsLst>
          <a:lin ang="5400000" scaled="0"/>
          <a:tileRect l="0" t="0" r="0" b="0"/>
        </a:gradFill>
      </a:fillStyleLst>
      <a:lnStyleLst>
        <a:ln w="6350" cap="flat" cmpd="sng" algn="ctr">
          <a:prstDash val="solid"/>
          <a:miter lim="800000"/>
        </a:ln>
        <a:ln w="12700" cap="flat" cmpd="sng" algn="ctr">
          <a:prstDash val="solid"/>
          <a:miter lim="800000"/>
        </a:ln>
        <a:ln w="19050" cap="flat" cmpd="sng" algn="ctr">
          <a:prstDash val="solid"/>
          <a:miter lim="800000"/>
        </a:ln>
      </a:lnStyleLst>
      <a:effectStyleLst>
        <a:effectStyle>
          <a:effectLst/>
        </a:effectStyle>
        <a:effectStyle>
          <a:effectLst/>
        </a:effectStyle>
        <a:effectStyle>
          <a:effectLst/>
        </a:effectStyle>
      </a:effectStyleLst>
      <a:bgFillStyleLst>
        <a:solidFill>
          <a:schemeClr val="phClr"/>
        </a:solidFill>
        <a:solidFill>
          <a:schemeClr val="phClr">
            <a:tint val="95000"/>
          </a:schemeClr>
        </a:solidFill>
        <a:gradFill>
          <a:gsLst>
            <a:gs pos="0">
              <a:schemeClr val="phClr">
                <a:tint val="93000"/>
                <a:shade val="98000"/>
                <a:lumMod val="102000"/>
              </a:schemeClr>
            </a:gs>
            <a:gs pos="50000">
              <a:schemeClr val="phClr">
                <a:tint val="98000"/>
                <a:shade val="90000"/>
                <a:lumMod val="103000"/>
              </a:schemeClr>
            </a:gs>
            <a:gs pos="100000">
              <a:schemeClr val="phClr">
                <a:shade val="63000"/>
              </a:schemeClr>
            </a:gs>
          </a:gsLst>
          <a:lin ang="5400000" scaled="0"/>
          <a:tileRect l="0" t="0" r="0" b="0"/>
        </a:gradFill>
      </a:bgFillStyleLst>
    </a:fmtScheme>
  </a:themeElements>
</a:theme>
</file>

<file path=docProps/app.xml><?xml version="1.0" encoding="utf-8"?>
<Properties xmlns="http://schemas.openxmlformats.org/officeDocument/2006/extended-properties" xmlns:vt="http://schemas.openxmlformats.org/officeDocument/2006/docPropsVTypes">
  <Template>Office 2013 - 2022 Theme</Template>
  <TotalTime>10</TotalTime>
  <Application>LibreOffice/25.8.5.2$Windows_X86_64 LibreOffice_project/9c8b85f387cc00a89945a79c9e6239f32e450ac2</Application>
  <AppVersion>15.0000</AppVersion>
  <Words>474</Words>
  <Paragraphs>65</Paragraphs>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2024-10-15T15:37:39Z</dcterms:created>
  <dc:creator>juan aponte</dc:creator>
  <dc:description/>
  <dc:language>de-DE</dc:language>
  <cp:lastModifiedBy/>
  <dcterms:modified xsi:type="dcterms:W3CDTF">2026-05-05T15:13:39Z</dcterms:modified>
  <cp:revision>53</cp:revision>
  <dc:subject/>
  <dc:title>PowerPoint-Präsentation</dc:title>
</cp:coreProperties>
</file>

<file path=docProps/custom.xml><?xml version="1.0" encoding="utf-8"?>
<Properties xmlns="http://schemas.openxmlformats.org/officeDocument/2006/custom-properties" xmlns:vt="http://schemas.openxmlformats.org/officeDocument/2006/docPropsVTypes">
  <property fmtid="{D5CDD505-2E9C-101B-9397-08002B2CF9AE}" pid="2" name="PresentationFormat">
    <vt:lpwstr>A4-Papier (210 x 297 mm)</vt:lpwstr>
  </property>
  <property fmtid="{D5CDD505-2E9C-101B-9397-08002B2CF9AE}" pid="3" name="Slides">
    <vt:i4>2</vt:i4>
  </property>
</Properties>
</file>