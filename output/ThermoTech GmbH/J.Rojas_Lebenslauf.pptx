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6858000" cy="9906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ergleich">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72320" y="527400"/>
            <a:ext cx="5911560" cy="1911240"/>
          </a:xfrm>
          <a:prstGeom prst="rect">
            <a:avLst/>
          </a:prstGeom>
          <a:noFill/>
          <a:ln w="0">
            <a:noFill/>
          </a:ln>
        </p:spPr>
        <p:txBody>
          <a:bodyPr lIns="91440" rIns="91440" tIns="45720" bIns="45720" anchor="ctr">
            <a:noAutofit/>
          </a:bodyPr>
          <a:p>
            <a:pPr indent="0" defTabSz="685800">
              <a:lnSpc>
                <a:spcPct val="90000"/>
              </a:lnSpc>
              <a:buNone/>
              <a:tabLst>
                <a:tab algn="l" pos="0"/>
              </a:tabLst>
            </a:pPr>
            <a:r>
              <a:rPr lang="de-DE" sz="3300" b="0" u="none" strike="noStrike">
                <a:solidFill>
                  <a:schemeClr val="dk1"/>
                </a:solidFill>
                <a:effectLst/>
                <a:uFillTx/>
                <a:latin typeface="Calibri Light"/>
              </a:rPr>
              <a:t>Mastertitelformat bearbeiten</a:t>
            </a:r>
            <a:endParaRPr lang="de-DE" sz="3300" b="0" u="none" strike="noStrike">
              <a:solidFill>
                <a:srgbClr val="000000"/>
              </a:solidFill>
              <a:effectLst/>
              <a:uFillTx/>
              <a:latin typeface="Arial"/>
            </a:endParaRPr>
          </a:p>
        </p:txBody>
      </p:sp>
      <p:sp>
        <p:nvSpPr>
          <p:cNvPr id="3" name="PlaceHolder 2"/>
          <p:cNvSpPr>
            <a:spLocks noGrp="1"/>
          </p:cNvSpPr>
          <p:nvPr>
            <p:ph type="body"/>
          </p:nvPr>
        </p:nvSpPr>
        <p:spPr>
          <a:xfrm>
            <a:off x="472320" y="2428200"/>
            <a:ext cx="2897640" cy="118656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lang="de-DE" sz="1800" b="1" u="none" strike="noStrike">
                <a:solidFill>
                  <a:schemeClr val="dk1"/>
                </a:solidFill>
                <a:effectLst/>
                <a:uFillTx/>
                <a:latin typeface="Calibri"/>
              </a:rPr>
              <a:t>Mastertextformat bearbeiten</a:t>
            </a:r>
            <a:endParaRPr lang="de-DE" sz="1800" b="0" u="none" strike="noStrike">
              <a:solidFill>
                <a:srgbClr val="000000"/>
              </a:solidFill>
              <a:effectLst/>
              <a:uFillTx/>
              <a:latin typeface="Arial"/>
            </a:endParaRPr>
          </a:p>
        </p:txBody>
      </p:sp>
      <p:sp>
        <p:nvSpPr>
          <p:cNvPr id="4" name="PlaceHolder 3"/>
          <p:cNvSpPr>
            <a:spLocks noGrp="1"/>
          </p:cNvSpPr>
          <p:nvPr>
            <p:ph type="body"/>
          </p:nvPr>
        </p:nvSpPr>
        <p:spPr>
          <a:xfrm>
            <a:off x="472320" y="3618360"/>
            <a:ext cx="2897640" cy="531864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lang="de-DE" sz="2100" b="0" u="none" strike="noStrike">
                <a:solidFill>
                  <a:schemeClr val="dk1"/>
                </a:solidFill>
                <a:effectLst/>
                <a:uFillTx/>
                <a:latin typeface="Calibri"/>
              </a:rPr>
              <a:t>Mastertextformat bearbeiten</a:t>
            </a:r>
            <a:endParaRPr lang="de-DE" sz="2100" b="0" u="none" strike="noStrike">
              <a:solidFill>
                <a:srgbClr val="000000"/>
              </a:solidFill>
              <a:effectLst/>
              <a:uFillTx/>
              <a:latin typeface="Arial"/>
            </a:endParaRPr>
          </a:p>
          <a:p>
            <a:pPr marL="514440" lvl="1" indent="-171360" defTabSz="685800">
              <a:lnSpc>
                <a:spcPct val="90000"/>
              </a:lnSpc>
              <a:spcBef>
                <a:spcPts val="374"/>
              </a:spcBef>
              <a:buClr>
                <a:srgbClr val="000000"/>
              </a:buClr>
              <a:buFont typeface="Arial"/>
              <a:buChar char="•"/>
            </a:pPr>
            <a:r>
              <a:rPr lang="de-DE" sz="1800" b="0" u="none" strike="noStrike">
                <a:solidFill>
                  <a:schemeClr val="dk1"/>
                </a:solidFill>
                <a:effectLst/>
                <a:uFillTx/>
                <a:latin typeface="Calibri"/>
              </a:rPr>
              <a:t>Zweite Ebene</a:t>
            </a:r>
            <a:endParaRPr lang="de-DE" sz="1800" b="0" u="none" strike="noStrike">
              <a:solidFill>
                <a:srgbClr val="000000"/>
              </a:solidFill>
              <a:effectLst/>
              <a:uFillTx/>
              <a:latin typeface="Arial"/>
            </a:endParaRPr>
          </a:p>
          <a:p>
            <a:pPr marL="857160" lvl="2" indent="-171360" defTabSz="685800">
              <a:lnSpc>
                <a:spcPct val="90000"/>
              </a:lnSpc>
              <a:spcBef>
                <a:spcPts val="374"/>
              </a:spcBef>
              <a:buClr>
                <a:srgbClr val="000000"/>
              </a:buClr>
              <a:buFont typeface="Arial"/>
              <a:buChar char="•"/>
            </a:pPr>
            <a:r>
              <a:rPr lang="de-DE" sz="1500" b="0" u="none" strike="noStrike">
                <a:solidFill>
                  <a:schemeClr val="dk1"/>
                </a:solidFill>
                <a:effectLst/>
                <a:uFillTx/>
                <a:latin typeface="Calibri"/>
              </a:rPr>
              <a:t>Dritte Ebene</a:t>
            </a:r>
            <a:endParaRPr lang="de-DE" sz="1500" b="0" u="none" strike="noStrike">
              <a:solidFill>
                <a:srgbClr val="000000"/>
              </a:solidFill>
              <a:effectLst/>
              <a:uFillTx/>
              <a:latin typeface="Arial"/>
            </a:endParaRPr>
          </a:p>
          <a:p>
            <a:pPr marL="1200240" lvl="3"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Vierte Ebene</a:t>
            </a:r>
            <a:endParaRPr lang="de-DE" sz="1350" b="0" u="none" strike="noStrike">
              <a:solidFill>
                <a:srgbClr val="000000"/>
              </a:solidFill>
              <a:effectLst/>
              <a:uFillTx/>
              <a:latin typeface="Arial"/>
            </a:endParaRPr>
          </a:p>
          <a:p>
            <a:pPr marL="1542960" lvl="4"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Fünfte Ebene</a:t>
            </a:r>
            <a:endParaRPr lang="de-DE" sz="1350" b="0" u="none" strike="noStrike">
              <a:solidFill>
                <a:srgbClr val="000000"/>
              </a:solidFill>
              <a:effectLst/>
              <a:uFillTx/>
              <a:latin typeface="Arial"/>
            </a:endParaRPr>
          </a:p>
        </p:txBody>
      </p:sp>
      <p:sp>
        <p:nvSpPr>
          <p:cNvPr id="5" name="PlaceHolder 4"/>
          <p:cNvSpPr>
            <a:spLocks noGrp="1"/>
          </p:cNvSpPr>
          <p:nvPr>
            <p:ph type="body"/>
          </p:nvPr>
        </p:nvSpPr>
        <p:spPr>
          <a:xfrm>
            <a:off x="3471840" y="2428200"/>
            <a:ext cx="2912040" cy="118656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lang="de-DE" sz="1800" b="1" u="none" strike="noStrike">
                <a:solidFill>
                  <a:schemeClr val="dk1"/>
                </a:solidFill>
                <a:effectLst/>
                <a:uFillTx/>
                <a:latin typeface="Calibri"/>
              </a:rPr>
              <a:t>Mastertextformat bearbeiten</a:t>
            </a:r>
            <a:endParaRPr lang="de-DE" sz="1800" b="0" u="none" strike="noStrike">
              <a:solidFill>
                <a:srgbClr val="000000"/>
              </a:solidFill>
              <a:effectLst/>
              <a:uFillTx/>
              <a:latin typeface="Arial"/>
            </a:endParaRPr>
          </a:p>
        </p:txBody>
      </p:sp>
      <p:sp>
        <p:nvSpPr>
          <p:cNvPr id="6" name="PlaceHolder 5"/>
          <p:cNvSpPr>
            <a:spLocks noGrp="1"/>
          </p:cNvSpPr>
          <p:nvPr>
            <p:ph type="body"/>
          </p:nvPr>
        </p:nvSpPr>
        <p:spPr>
          <a:xfrm>
            <a:off x="3471840" y="3618360"/>
            <a:ext cx="2912040" cy="531864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lang="de-DE" sz="2100" b="0" u="none" strike="noStrike">
                <a:solidFill>
                  <a:schemeClr val="dk1"/>
                </a:solidFill>
                <a:effectLst/>
                <a:uFillTx/>
                <a:latin typeface="Calibri"/>
              </a:rPr>
              <a:t>Mastertextformat bearbeiten</a:t>
            </a:r>
            <a:endParaRPr lang="de-DE" sz="2100" b="0" u="none" strike="noStrike">
              <a:solidFill>
                <a:srgbClr val="000000"/>
              </a:solidFill>
              <a:effectLst/>
              <a:uFillTx/>
              <a:latin typeface="Arial"/>
            </a:endParaRPr>
          </a:p>
          <a:p>
            <a:pPr marL="514440" lvl="1" indent="-171360" defTabSz="685800">
              <a:lnSpc>
                <a:spcPct val="90000"/>
              </a:lnSpc>
              <a:spcBef>
                <a:spcPts val="374"/>
              </a:spcBef>
              <a:buClr>
                <a:srgbClr val="000000"/>
              </a:buClr>
              <a:buFont typeface="Arial"/>
              <a:buChar char="•"/>
            </a:pPr>
            <a:r>
              <a:rPr lang="de-DE" sz="1800" b="0" u="none" strike="noStrike">
                <a:solidFill>
                  <a:schemeClr val="dk1"/>
                </a:solidFill>
                <a:effectLst/>
                <a:uFillTx/>
                <a:latin typeface="Calibri"/>
              </a:rPr>
              <a:t>Zweite Ebene</a:t>
            </a:r>
            <a:endParaRPr lang="de-DE" sz="1800" b="0" u="none" strike="noStrike">
              <a:solidFill>
                <a:srgbClr val="000000"/>
              </a:solidFill>
              <a:effectLst/>
              <a:uFillTx/>
              <a:latin typeface="Arial"/>
            </a:endParaRPr>
          </a:p>
          <a:p>
            <a:pPr marL="857160" lvl="2" indent="-171360" defTabSz="685800">
              <a:lnSpc>
                <a:spcPct val="90000"/>
              </a:lnSpc>
              <a:spcBef>
                <a:spcPts val="374"/>
              </a:spcBef>
              <a:buClr>
                <a:srgbClr val="000000"/>
              </a:buClr>
              <a:buFont typeface="Arial"/>
              <a:buChar char="•"/>
            </a:pPr>
            <a:r>
              <a:rPr lang="de-DE" sz="1500" b="0" u="none" strike="noStrike">
                <a:solidFill>
                  <a:schemeClr val="dk1"/>
                </a:solidFill>
                <a:effectLst/>
                <a:uFillTx/>
                <a:latin typeface="Calibri"/>
              </a:rPr>
              <a:t>Dritte Ebene</a:t>
            </a:r>
            <a:endParaRPr lang="de-DE" sz="1500" b="0" u="none" strike="noStrike">
              <a:solidFill>
                <a:srgbClr val="000000"/>
              </a:solidFill>
              <a:effectLst/>
              <a:uFillTx/>
              <a:latin typeface="Arial"/>
            </a:endParaRPr>
          </a:p>
          <a:p>
            <a:pPr marL="1200240" lvl="3"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Vierte Ebene</a:t>
            </a:r>
            <a:endParaRPr lang="de-DE" sz="1350" b="0" u="none" strike="noStrike">
              <a:solidFill>
                <a:srgbClr val="000000"/>
              </a:solidFill>
              <a:effectLst/>
              <a:uFillTx/>
              <a:latin typeface="Arial"/>
            </a:endParaRPr>
          </a:p>
          <a:p>
            <a:pPr marL="1542960" lvl="4"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Fünfte Ebene</a:t>
            </a:r>
            <a:endParaRPr lang="de-DE" sz="1350" b="0" u="none" strike="noStrike">
              <a:solidFill>
                <a:srgbClr val="000000"/>
              </a:solidFill>
              <a:effectLst/>
              <a:uFillTx/>
              <a:latin typeface="Arial"/>
            </a:endParaRPr>
          </a:p>
        </p:txBody>
      </p:sp>
      <p:sp>
        <p:nvSpPr>
          <p:cNvPr id="7" name="PlaceHolder 6"/>
          <p:cNvSpPr>
            <a:spLocks noGrp="1"/>
          </p:cNvSpPr>
          <p:nvPr>
            <p:ph type="dt" idx="1"/>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8" name="PlaceHolder 7"/>
          <p:cNvSpPr>
            <a:spLocks noGrp="1"/>
          </p:cNvSpPr>
          <p:nvPr>
            <p:ph type="ftr" idx="2"/>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9" name="PlaceHolder 8"/>
          <p:cNvSpPr>
            <a:spLocks noGrp="1"/>
          </p:cNvSpPr>
          <p:nvPr>
            <p:ph type="sldNum" idx="3"/>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5EFAA1BD-EB4D-4F1E-AEB7-1596993C93A0}"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Nur Titel">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71600" y="527400"/>
            <a:ext cx="5911560" cy="1911240"/>
          </a:xfrm>
          <a:prstGeom prst="rect">
            <a:avLst/>
          </a:prstGeom>
          <a:noFill/>
          <a:ln w="0">
            <a:noFill/>
          </a:ln>
        </p:spPr>
        <p:txBody>
          <a:bodyPr lIns="91440" rIns="91440" tIns="45720" bIns="45720" anchor="ctr">
            <a:noAutofit/>
          </a:bodyPr>
          <a:p>
            <a:pPr indent="0" defTabSz="685800">
              <a:lnSpc>
                <a:spcPct val="90000"/>
              </a:lnSpc>
              <a:buNone/>
              <a:tabLst>
                <a:tab algn="l" pos="0"/>
              </a:tabLst>
            </a:pPr>
            <a:r>
              <a:rPr lang="de-DE" sz="3300" b="0" u="none" strike="noStrike">
                <a:solidFill>
                  <a:schemeClr val="dk1"/>
                </a:solidFill>
                <a:effectLst/>
                <a:uFillTx/>
                <a:latin typeface="Calibri Light"/>
              </a:rPr>
              <a:t>Mastertitelformat bearbeiten</a:t>
            </a:r>
            <a:endParaRPr lang="de-DE" sz="3300" b="0" u="none" strike="noStrike">
              <a:solidFill>
                <a:srgbClr val="000000"/>
              </a:solidFill>
              <a:effectLst/>
              <a:uFillTx/>
              <a:latin typeface="Arial"/>
            </a:endParaRPr>
          </a:p>
        </p:txBody>
      </p:sp>
      <p:sp>
        <p:nvSpPr>
          <p:cNvPr id="11" name="PlaceHolder 2"/>
          <p:cNvSpPr>
            <a:spLocks noGrp="1"/>
          </p:cNvSpPr>
          <p:nvPr>
            <p:ph type="dt" idx="4"/>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12" name="PlaceHolder 3"/>
          <p:cNvSpPr>
            <a:spLocks noGrp="1"/>
          </p:cNvSpPr>
          <p:nvPr>
            <p:ph type="ftr" idx="5"/>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3" name="PlaceHolder 4"/>
          <p:cNvSpPr>
            <a:spLocks noGrp="1"/>
          </p:cNvSpPr>
          <p:nvPr>
            <p:ph type="sldNum" idx="6"/>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DBF21E87-3E27-4C6E-8507-8D2ADC2FC5C7}"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Leer">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dt" idx="7"/>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15" name="PlaceHolder 2"/>
          <p:cNvSpPr>
            <a:spLocks noGrp="1"/>
          </p:cNvSpPr>
          <p:nvPr>
            <p:ph type="ftr" idx="8"/>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6" name="PlaceHolder 3"/>
          <p:cNvSpPr>
            <a:spLocks noGrp="1"/>
          </p:cNvSpPr>
          <p:nvPr>
            <p:ph type="sldNum" idx="9"/>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4D4C4E02-22CA-4559-AD88-D023E66B22FF}"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halt mit Überschrif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72320" y="660240"/>
            <a:ext cx="2208240" cy="2307960"/>
          </a:xfrm>
          <a:prstGeom prst="rect">
            <a:avLst/>
          </a:prstGeom>
          <a:noFill/>
          <a:ln w="0">
            <a:noFill/>
          </a:ln>
        </p:spPr>
        <p:txBody>
          <a:bodyPr lIns="91440" rIns="91440" tIns="45720" bIns="45720" anchor="b">
            <a:noAutofit/>
          </a:bodyPr>
          <a:p>
            <a:pPr indent="0" defTabSz="685800">
              <a:lnSpc>
                <a:spcPct val="90000"/>
              </a:lnSpc>
              <a:buNone/>
              <a:tabLst>
                <a:tab algn="l" pos="0"/>
              </a:tabLst>
            </a:pPr>
            <a:r>
              <a:rPr lang="de-DE" sz="2400" b="0" u="none" strike="noStrike">
                <a:solidFill>
                  <a:schemeClr val="dk1"/>
                </a:solidFill>
                <a:effectLst/>
                <a:uFillTx/>
                <a:latin typeface="Calibri Light"/>
              </a:rPr>
              <a:t>Mastertitelformat bearbeiten</a:t>
            </a:r>
            <a:endParaRPr lang="de-DE" sz="2400" b="0" u="none" strike="noStrike">
              <a:solidFill>
                <a:srgbClr val="000000"/>
              </a:solidFill>
              <a:effectLst/>
              <a:uFillTx/>
              <a:latin typeface="Arial"/>
            </a:endParaRPr>
          </a:p>
        </p:txBody>
      </p:sp>
      <p:sp>
        <p:nvSpPr>
          <p:cNvPr id="18" name="PlaceHolder 2"/>
          <p:cNvSpPr>
            <a:spLocks noGrp="1"/>
          </p:cNvSpPr>
          <p:nvPr>
            <p:ph type="body"/>
          </p:nvPr>
        </p:nvSpPr>
        <p:spPr>
          <a:xfrm>
            <a:off x="2915640" y="1426320"/>
            <a:ext cx="3468240" cy="703620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lang="de-DE" sz="2400" b="0" u="none" strike="noStrike">
                <a:solidFill>
                  <a:schemeClr val="dk1"/>
                </a:solidFill>
                <a:effectLst/>
                <a:uFillTx/>
                <a:latin typeface="Calibri"/>
              </a:rPr>
              <a:t>Mastertextformat bearbeiten</a:t>
            </a:r>
            <a:endParaRPr lang="de-DE" sz="2400" b="0" u="none" strike="noStrike">
              <a:solidFill>
                <a:srgbClr val="000000"/>
              </a:solidFill>
              <a:effectLst/>
              <a:uFillTx/>
              <a:latin typeface="Arial"/>
            </a:endParaRPr>
          </a:p>
          <a:p>
            <a:pPr marL="514440" lvl="1" indent="-171360" defTabSz="685800">
              <a:lnSpc>
                <a:spcPct val="90000"/>
              </a:lnSpc>
              <a:spcBef>
                <a:spcPts val="374"/>
              </a:spcBef>
              <a:buClr>
                <a:srgbClr val="000000"/>
              </a:buClr>
              <a:buFont typeface="Arial"/>
              <a:buChar char="•"/>
            </a:pPr>
            <a:r>
              <a:rPr lang="de-DE" sz="2100" b="0" u="none" strike="noStrike">
                <a:solidFill>
                  <a:schemeClr val="dk1"/>
                </a:solidFill>
                <a:effectLst/>
                <a:uFillTx/>
                <a:latin typeface="Calibri"/>
              </a:rPr>
              <a:t>Zweite Ebene</a:t>
            </a:r>
            <a:endParaRPr lang="de-DE" sz="2100" b="0" u="none" strike="noStrike">
              <a:solidFill>
                <a:srgbClr val="000000"/>
              </a:solidFill>
              <a:effectLst/>
              <a:uFillTx/>
              <a:latin typeface="Arial"/>
            </a:endParaRPr>
          </a:p>
          <a:p>
            <a:pPr marL="857160" lvl="2" indent="-171360" defTabSz="685800">
              <a:lnSpc>
                <a:spcPct val="90000"/>
              </a:lnSpc>
              <a:spcBef>
                <a:spcPts val="374"/>
              </a:spcBef>
              <a:buClr>
                <a:srgbClr val="000000"/>
              </a:buClr>
              <a:buFont typeface="Arial"/>
              <a:buChar char="•"/>
            </a:pPr>
            <a:r>
              <a:rPr lang="de-DE" sz="1800" b="0" u="none" strike="noStrike">
                <a:solidFill>
                  <a:schemeClr val="dk1"/>
                </a:solidFill>
                <a:effectLst/>
                <a:uFillTx/>
                <a:latin typeface="Calibri"/>
              </a:rPr>
              <a:t>Dritte Ebene</a:t>
            </a:r>
            <a:endParaRPr lang="de-DE" sz="1800" b="0" u="none" strike="noStrike">
              <a:solidFill>
                <a:srgbClr val="000000"/>
              </a:solidFill>
              <a:effectLst/>
              <a:uFillTx/>
              <a:latin typeface="Arial"/>
            </a:endParaRPr>
          </a:p>
          <a:p>
            <a:pPr marL="1200240" lvl="3" indent="-171360" defTabSz="685800">
              <a:lnSpc>
                <a:spcPct val="90000"/>
              </a:lnSpc>
              <a:spcBef>
                <a:spcPts val="374"/>
              </a:spcBef>
              <a:buClr>
                <a:srgbClr val="000000"/>
              </a:buClr>
              <a:buFont typeface="Arial"/>
              <a:buChar char="•"/>
            </a:pPr>
            <a:r>
              <a:rPr lang="de-DE" sz="1500" b="0" u="none" strike="noStrike">
                <a:solidFill>
                  <a:schemeClr val="dk1"/>
                </a:solidFill>
                <a:effectLst/>
                <a:uFillTx/>
                <a:latin typeface="Calibri"/>
              </a:rPr>
              <a:t>Vierte Ebene</a:t>
            </a:r>
            <a:endParaRPr lang="de-DE" sz="1500" b="0" u="none" strike="noStrike">
              <a:solidFill>
                <a:srgbClr val="000000"/>
              </a:solidFill>
              <a:effectLst/>
              <a:uFillTx/>
              <a:latin typeface="Arial"/>
            </a:endParaRPr>
          </a:p>
          <a:p>
            <a:pPr marL="1542960" lvl="4" indent="-171360" defTabSz="685800">
              <a:lnSpc>
                <a:spcPct val="90000"/>
              </a:lnSpc>
              <a:spcBef>
                <a:spcPts val="374"/>
              </a:spcBef>
              <a:buClr>
                <a:srgbClr val="000000"/>
              </a:buClr>
              <a:buFont typeface="Arial"/>
              <a:buChar char="•"/>
            </a:pPr>
            <a:r>
              <a:rPr lang="de-DE" sz="1500" b="0" u="none" strike="noStrike">
                <a:solidFill>
                  <a:schemeClr val="dk1"/>
                </a:solidFill>
                <a:effectLst/>
                <a:uFillTx/>
                <a:latin typeface="Calibri"/>
              </a:rPr>
              <a:t>Fünfte Ebene</a:t>
            </a:r>
            <a:endParaRPr lang="de-DE" sz="1500" b="0" u="none" strike="noStrike">
              <a:solidFill>
                <a:srgbClr val="000000"/>
              </a:solidFill>
              <a:effectLst/>
              <a:uFillTx/>
              <a:latin typeface="Arial"/>
            </a:endParaRPr>
          </a:p>
        </p:txBody>
      </p:sp>
      <p:sp>
        <p:nvSpPr>
          <p:cNvPr id="19" name="PlaceHolder 3"/>
          <p:cNvSpPr>
            <a:spLocks noGrp="1"/>
          </p:cNvSpPr>
          <p:nvPr>
            <p:ph type="body"/>
          </p:nvPr>
        </p:nvSpPr>
        <p:spPr>
          <a:xfrm>
            <a:off x="472320" y="2971800"/>
            <a:ext cx="2208240" cy="550188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lang="de-DE" sz="1200" b="0" u="none" strike="noStrike">
                <a:solidFill>
                  <a:schemeClr val="dk1"/>
                </a:solidFill>
                <a:effectLst/>
                <a:uFillTx/>
                <a:latin typeface="Calibri"/>
              </a:rPr>
              <a:t>Mastertextformat bearbeiten</a:t>
            </a:r>
            <a:endParaRPr lang="de-DE" sz="1200" b="0" u="none" strike="noStrike">
              <a:solidFill>
                <a:srgbClr val="000000"/>
              </a:solidFill>
              <a:effectLst/>
              <a:uFillTx/>
              <a:latin typeface="Arial"/>
            </a:endParaRPr>
          </a:p>
        </p:txBody>
      </p:sp>
      <p:sp>
        <p:nvSpPr>
          <p:cNvPr id="20" name="PlaceHolder 4"/>
          <p:cNvSpPr>
            <a:spLocks noGrp="1"/>
          </p:cNvSpPr>
          <p:nvPr>
            <p:ph type="dt" idx="10"/>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21" name="PlaceHolder 5"/>
          <p:cNvSpPr>
            <a:spLocks noGrp="1"/>
          </p:cNvSpPr>
          <p:nvPr>
            <p:ph type="ftr" idx="11"/>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4C2B673D-115B-4FCC-B2EB-59FB045E9903}"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ld mit Überschrift">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72320" y="660240"/>
            <a:ext cx="2208240" cy="2307960"/>
          </a:xfrm>
          <a:prstGeom prst="rect">
            <a:avLst/>
          </a:prstGeom>
          <a:noFill/>
          <a:ln w="0">
            <a:noFill/>
          </a:ln>
        </p:spPr>
        <p:txBody>
          <a:bodyPr lIns="91440" rIns="91440" tIns="45720" bIns="45720" anchor="b">
            <a:noAutofit/>
          </a:bodyPr>
          <a:p>
            <a:pPr indent="0" defTabSz="685800">
              <a:lnSpc>
                <a:spcPct val="90000"/>
              </a:lnSpc>
              <a:buNone/>
              <a:tabLst>
                <a:tab algn="l" pos="0"/>
              </a:tabLst>
            </a:pPr>
            <a:r>
              <a:rPr lang="de-DE" sz="2400" b="0" u="none" strike="noStrike">
                <a:solidFill>
                  <a:schemeClr val="dk1"/>
                </a:solidFill>
                <a:effectLst/>
                <a:uFillTx/>
                <a:latin typeface="Calibri Light"/>
              </a:rPr>
              <a:t>Mastertitelformat bearbeiten</a:t>
            </a:r>
            <a:endParaRPr lang="de-DE" sz="2400" b="0" u="none" strike="noStrike">
              <a:solidFill>
                <a:srgbClr val="000000"/>
              </a:solidFill>
              <a:effectLst/>
              <a:uFillTx/>
              <a:latin typeface="Arial"/>
            </a:endParaRPr>
          </a:p>
        </p:txBody>
      </p:sp>
      <p:sp>
        <p:nvSpPr>
          <p:cNvPr id="24" name="PlaceHolder 2"/>
          <p:cNvSpPr>
            <a:spLocks noGrp="1"/>
          </p:cNvSpPr>
          <p:nvPr>
            <p:ph type="body"/>
          </p:nvPr>
        </p:nvSpPr>
        <p:spPr>
          <a:xfrm>
            <a:off x="2915640" y="1426320"/>
            <a:ext cx="3468240" cy="7036200"/>
          </a:xfrm>
          <a:prstGeom prst="rect">
            <a:avLst/>
          </a:prstGeom>
          <a:noFill/>
          <a:ln w="0">
            <a:noFill/>
          </a:ln>
        </p:spPr>
        <p:txBody>
          <a:bodyPr lIns="90000" rIns="90000" tIns="45000" bIns="45000" anchor="t">
            <a:noAutofit/>
          </a:bodyPr>
          <a:p>
            <a:pPr indent="0" defTabSz="457200">
              <a:lnSpc>
                <a:spcPct val="100000"/>
              </a:lnSpc>
              <a:buNone/>
              <a:tabLst>
                <a:tab algn="l" pos="0"/>
              </a:tabLst>
            </a:pPr>
            <a:r>
              <a:rPr lang="de-DE" sz="2400" b="0" u="none" strike="noStrike">
                <a:solidFill>
                  <a:schemeClr val="dk1"/>
                </a:solidFill>
                <a:effectLst/>
                <a:uFillTx/>
                <a:latin typeface="Calibri"/>
              </a:rPr>
              <a:t>Bild durch Klicken auf Symbol hinzufügen</a:t>
            </a:r>
            <a:endParaRPr lang="de-DE" sz="2400" b="0" u="none" strike="noStrike">
              <a:solidFill>
                <a:srgbClr val="000000"/>
              </a:solidFill>
              <a:effectLst/>
              <a:uFillTx/>
              <a:latin typeface="Arial"/>
            </a:endParaRPr>
          </a:p>
        </p:txBody>
      </p:sp>
      <p:sp>
        <p:nvSpPr>
          <p:cNvPr id="25" name="PlaceHolder 3"/>
          <p:cNvSpPr>
            <a:spLocks noGrp="1"/>
          </p:cNvSpPr>
          <p:nvPr>
            <p:ph type="body"/>
          </p:nvPr>
        </p:nvSpPr>
        <p:spPr>
          <a:xfrm>
            <a:off x="472320" y="2971800"/>
            <a:ext cx="2208240" cy="550188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lang="de-DE" sz="1200" b="0" u="none" strike="noStrike">
                <a:solidFill>
                  <a:schemeClr val="dk1"/>
                </a:solidFill>
                <a:effectLst/>
                <a:uFillTx/>
                <a:latin typeface="Calibri"/>
              </a:rPr>
              <a:t>Mastertextformat bearbeiten</a:t>
            </a:r>
            <a:endParaRPr lang="de-DE" sz="1200" b="0" u="none" strike="noStrike">
              <a:solidFill>
                <a:srgbClr val="000000"/>
              </a:solidFill>
              <a:effectLst/>
              <a:uFillTx/>
              <a:latin typeface="Arial"/>
            </a:endParaRPr>
          </a:p>
        </p:txBody>
      </p:sp>
      <p:sp>
        <p:nvSpPr>
          <p:cNvPr id="26" name="PlaceHolder 4"/>
          <p:cNvSpPr>
            <a:spLocks noGrp="1"/>
          </p:cNvSpPr>
          <p:nvPr>
            <p:ph type="dt" idx="13"/>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27" name="PlaceHolder 5"/>
          <p:cNvSpPr>
            <a:spLocks noGrp="1"/>
          </p:cNvSpPr>
          <p:nvPr>
            <p:ph type="ftr" idx="14"/>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28" name="PlaceHolder 6"/>
          <p:cNvSpPr>
            <a:spLocks noGrp="1"/>
          </p:cNvSpPr>
          <p:nvPr>
            <p:ph type="sldNum" idx="15"/>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8E5308A5-BF96-4F2B-A4A8-0222415E47AA}"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elfolie">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514440" y="1621080"/>
            <a:ext cx="5825880" cy="3445200"/>
          </a:xfrm>
          <a:prstGeom prst="rect">
            <a:avLst/>
          </a:prstGeom>
          <a:noFill/>
          <a:ln w="0">
            <a:noFill/>
          </a:ln>
        </p:spPr>
        <p:txBody>
          <a:bodyPr lIns="91440" rIns="91440" tIns="45720" bIns="45720" anchor="b">
            <a:noAutofit/>
          </a:bodyPr>
          <a:p>
            <a:pPr indent="0" algn="ctr" defTabSz="685800">
              <a:lnSpc>
                <a:spcPct val="90000"/>
              </a:lnSpc>
              <a:buNone/>
              <a:tabLst>
                <a:tab algn="l" pos="0"/>
              </a:tabLst>
            </a:pPr>
            <a:r>
              <a:rPr lang="de-DE" sz="4500" b="0" u="none" strike="noStrike">
                <a:solidFill>
                  <a:schemeClr val="dk1"/>
                </a:solidFill>
                <a:effectLst/>
                <a:uFillTx/>
                <a:latin typeface="Calibri Light"/>
              </a:rPr>
              <a:t>Mastertitelformat bearbeiten</a:t>
            </a:r>
            <a:endParaRPr lang="de-DE" sz="4500" b="0" u="none" strike="noStrike">
              <a:solidFill>
                <a:srgbClr val="000000"/>
              </a:solidFill>
              <a:effectLst/>
              <a:uFillTx/>
              <a:latin typeface="Arial"/>
            </a:endParaRPr>
          </a:p>
        </p:txBody>
      </p:sp>
      <p:sp>
        <p:nvSpPr>
          <p:cNvPr id="30" name="PlaceHolder 2"/>
          <p:cNvSpPr>
            <a:spLocks noGrp="1"/>
          </p:cNvSpPr>
          <p:nvPr>
            <p:ph type="dt" idx="16"/>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31" name="PlaceHolder 3"/>
          <p:cNvSpPr>
            <a:spLocks noGrp="1"/>
          </p:cNvSpPr>
          <p:nvPr>
            <p:ph type="ftr" idx="17"/>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32" name="PlaceHolder 4"/>
          <p:cNvSpPr>
            <a:spLocks noGrp="1"/>
          </p:cNvSpPr>
          <p:nvPr>
            <p:ph type="sldNum" idx="18"/>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BDBF0F1A-CDA5-4FA2-A2F4-11D9B7869726}"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
        <p:nvSpPr>
          <p:cNvPr id="33" name="PlaceHolder 5"/>
          <p:cNvSpPr>
            <a:spLocks noGrp="1"/>
          </p:cNvSpPr>
          <p:nvPr>
            <p:ph type="body"/>
          </p:nvPr>
        </p:nvSpPr>
        <p:spPr>
          <a:xfrm>
            <a:off x="342720" y="2317680"/>
            <a:ext cx="6168600" cy="574164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en-US" sz="2100" b="0" u="none" strike="noStrike">
                <a:solidFill>
                  <a:schemeClr val="dk1"/>
                </a:solidFill>
                <a:effectLst/>
                <a:uFillTx/>
                <a:latin typeface="Calibri"/>
              </a:rPr>
              <a:t>Format des Gliederungstextes durch Klicken bearbeiten</a:t>
            </a:r>
            <a:endParaRPr lang="de-DE" sz="21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1500" b="0" u="none" strike="noStrike">
                <a:solidFill>
                  <a:schemeClr val="dk1"/>
                </a:solidFill>
                <a:effectLst/>
                <a:uFillTx/>
                <a:latin typeface="Calibri"/>
              </a:rPr>
              <a:t>Zweite Gliederungsebene</a:t>
            </a:r>
            <a:endParaRPr lang="de-DE" sz="15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350" b="0" u="none" strike="noStrike">
                <a:solidFill>
                  <a:schemeClr val="dk1"/>
                </a:solidFill>
                <a:effectLst/>
                <a:uFillTx/>
                <a:latin typeface="Calibri"/>
              </a:rPr>
              <a:t>Dritte Gliederungsebene</a:t>
            </a:r>
            <a:endParaRPr lang="de-DE" sz="135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350" b="0" u="none" strike="noStrike">
                <a:solidFill>
                  <a:schemeClr val="dk1"/>
                </a:solidFill>
                <a:effectLst/>
                <a:uFillTx/>
                <a:latin typeface="Calibri"/>
              </a:rPr>
              <a:t>Vierte Gliederungsebene</a:t>
            </a:r>
            <a:endParaRPr lang="de-DE" sz="135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Fünfte Gliederungsebene</a:t>
            </a:r>
            <a:endParaRPr lang="de-DE"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Sechste Gliederungsebene</a:t>
            </a:r>
            <a:endParaRPr lang="de-DE"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Siebte Gliederungsebene</a:t>
            </a:r>
            <a:endParaRPr lang="de-DE" sz="20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el und vertikaler Text">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71600" y="527400"/>
            <a:ext cx="5911560" cy="1911240"/>
          </a:xfrm>
          <a:prstGeom prst="rect">
            <a:avLst/>
          </a:prstGeom>
          <a:noFill/>
          <a:ln w="0">
            <a:noFill/>
          </a:ln>
        </p:spPr>
        <p:txBody>
          <a:bodyPr lIns="91440" rIns="91440" tIns="45720" bIns="45720" anchor="ctr">
            <a:noAutofit/>
          </a:bodyPr>
          <a:p>
            <a:pPr indent="0" defTabSz="685800">
              <a:lnSpc>
                <a:spcPct val="90000"/>
              </a:lnSpc>
              <a:buNone/>
              <a:tabLst>
                <a:tab algn="l" pos="0"/>
              </a:tabLst>
            </a:pPr>
            <a:r>
              <a:rPr lang="de-DE" sz="3300" b="0" u="none" strike="noStrike">
                <a:solidFill>
                  <a:schemeClr val="dk1"/>
                </a:solidFill>
                <a:effectLst/>
                <a:uFillTx/>
                <a:latin typeface="Calibri Light"/>
              </a:rPr>
              <a:t>Mastertitelformat bearbeiten</a:t>
            </a:r>
            <a:endParaRPr lang="de-DE" sz="3300" b="0" u="none" strike="noStrike">
              <a:solidFill>
                <a:srgbClr val="000000"/>
              </a:solidFill>
              <a:effectLst/>
              <a:uFillTx/>
              <a:latin typeface="Arial"/>
            </a:endParaRPr>
          </a:p>
        </p:txBody>
      </p:sp>
      <p:sp>
        <p:nvSpPr>
          <p:cNvPr id="35" name="PlaceHolder 2"/>
          <p:cNvSpPr>
            <a:spLocks noGrp="1"/>
          </p:cNvSpPr>
          <p:nvPr>
            <p:ph type="body"/>
          </p:nvPr>
        </p:nvSpPr>
        <p:spPr>
          <a:xfrm>
            <a:off x="471600" y="2637000"/>
            <a:ext cx="5911560" cy="6281640"/>
          </a:xfrm>
          <a:prstGeom prst="rect">
            <a:avLst/>
          </a:prstGeom>
          <a:noFill/>
          <a:ln w="0">
            <a:noFill/>
          </a:ln>
        </p:spPr>
        <p:txBody>
          <a:bodyPr lIns="91440" rIns="91440" tIns="45720" bIns="45720" anchor="t" vert="eaVert">
            <a:noAutofit/>
          </a:bodyPr>
          <a:p>
            <a:pPr marL="171360" indent="-171360" defTabSz="685800">
              <a:lnSpc>
                <a:spcPct val="90000"/>
              </a:lnSpc>
              <a:spcBef>
                <a:spcPts val="751"/>
              </a:spcBef>
              <a:buClr>
                <a:srgbClr val="000000"/>
              </a:buClr>
              <a:buFont typeface="Arial"/>
              <a:buChar char="•"/>
            </a:pPr>
            <a:r>
              <a:rPr lang="de-DE" sz="2100" b="0" u="none" strike="noStrike">
                <a:solidFill>
                  <a:schemeClr val="dk1"/>
                </a:solidFill>
                <a:effectLst/>
                <a:uFillTx/>
                <a:latin typeface="Calibri"/>
              </a:rPr>
              <a:t>Mastertextformat bearbeiten</a:t>
            </a:r>
            <a:endParaRPr lang="de-DE" sz="2100" b="0" u="none" strike="noStrike">
              <a:solidFill>
                <a:srgbClr val="000000"/>
              </a:solidFill>
              <a:effectLst/>
              <a:uFillTx/>
              <a:latin typeface="Arial"/>
            </a:endParaRPr>
          </a:p>
          <a:p>
            <a:pPr marL="514440" lvl="1" indent="-171360" defTabSz="685800">
              <a:lnSpc>
                <a:spcPct val="90000"/>
              </a:lnSpc>
              <a:spcBef>
                <a:spcPts val="374"/>
              </a:spcBef>
              <a:buClr>
                <a:srgbClr val="000000"/>
              </a:buClr>
              <a:buFont typeface="Arial"/>
              <a:buChar char="•"/>
            </a:pPr>
            <a:r>
              <a:rPr lang="de-DE" sz="1800" b="0" u="none" strike="noStrike">
                <a:solidFill>
                  <a:schemeClr val="dk1"/>
                </a:solidFill>
                <a:effectLst/>
                <a:uFillTx/>
                <a:latin typeface="Calibri"/>
              </a:rPr>
              <a:t>Zweite Ebene</a:t>
            </a:r>
            <a:endParaRPr lang="de-DE" sz="1800" b="0" u="none" strike="noStrike">
              <a:solidFill>
                <a:srgbClr val="000000"/>
              </a:solidFill>
              <a:effectLst/>
              <a:uFillTx/>
              <a:latin typeface="Arial"/>
            </a:endParaRPr>
          </a:p>
          <a:p>
            <a:pPr marL="857160" lvl="2" indent="-171360" defTabSz="685800">
              <a:lnSpc>
                <a:spcPct val="90000"/>
              </a:lnSpc>
              <a:spcBef>
                <a:spcPts val="374"/>
              </a:spcBef>
              <a:buClr>
                <a:srgbClr val="000000"/>
              </a:buClr>
              <a:buFont typeface="Arial"/>
              <a:buChar char="•"/>
            </a:pPr>
            <a:r>
              <a:rPr lang="de-DE" sz="1500" b="0" u="none" strike="noStrike">
                <a:solidFill>
                  <a:schemeClr val="dk1"/>
                </a:solidFill>
                <a:effectLst/>
                <a:uFillTx/>
                <a:latin typeface="Calibri"/>
              </a:rPr>
              <a:t>Dritte Ebene</a:t>
            </a:r>
            <a:endParaRPr lang="de-DE" sz="1500" b="0" u="none" strike="noStrike">
              <a:solidFill>
                <a:srgbClr val="000000"/>
              </a:solidFill>
              <a:effectLst/>
              <a:uFillTx/>
              <a:latin typeface="Arial"/>
            </a:endParaRPr>
          </a:p>
          <a:p>
            <a:pPr marL="1200240" lvl="3"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Vierte Ebene</a:t>
            </a:r>
            <a:endParaRPr lang="de-DE" sz="1350" b="0" u="none" strike="noStrike">
              <a:solidFill>
                <a:srgbClr val="000000"/>
              </a:solidFill>
              <a:effectLst/>
              <a:uFillTx/>
              <a:latin typeface="Arial"/>
            </a:endParaRPr>
          </a:p>
          <a:p>
            <a:pPr marL="1542960" lvl="4"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Fünfte Ebene</a:t>
            </a:r>
            <a:endParaRPr lang="de-DE" sz="1350" b="0" u="none" strike="noStrike">
              <a:solidFill>
                <a:srgbClr val="000000"/>
              </a:solidFill>
              <a:effectLst/>
              <a:uFillTx/>
              <a:latin typeface="Arial"/>
            </a:endParaRPr>
          </a:p>
        </p:txBody>
      </p:sp>
      <p:sp>
        <p:nvSpPr>
          <p:cNvPr id="36" name="PlaceHolder 3"/>
          <p:cNvSpPr>
            <a:spLocks noGrp="1"/>
          </p:cNvSpPr>
          <p:nvPr>
            <p:ph type="dt" idx="19"/>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37" name="PlaceHolder 4"/>
          <p:cNvSpPr>
            <a:spLocks noGrp="1"/>
          </p:cNvSpPr>
          <p:nvPr>
            <p:ph type="ftr" idx="20"/>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38" name="PlaceHolder 5"/>
          <p:cNvSpPr>
            <a:spLocks noGrp="1"/>
          </p:cNvSpPr>
          <p:nvPr>
            <p:ph type="sldNum" idx="21"/>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8A52912B-CCF8-451F-B4AA-9F7BBB5C9D03}"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kaler Titel und Text">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907880" y="527400"/>
            <a:ext cx="1475280" cy="8391240"/>
          </a:xfrm>
          <a:prstGeom prst="rect">
            <a:avLst/>
          </a:prstGeom>
          <a:noFill/>
          <a:ln w="0">
            <a:noFill/>
          </a:ln>
        </p:spPr>
        <p:txBody>
          <a:bodyPr lIns="91440" rIns="91440" tIns="45720" bIns="45720" anchor="ctr" vert="eaVert">
            <a:noAutofit/>
          </a:bodyPr>
          <a:p>
            <a:pPr indent="0" defTabSz="685800">
              <a:lnSpc>
                <a:spcPct val="90000"/>
              </a:lnSpc>
              <a:buNone/>
              <a:tabLst>
                <a:tab algn="l" pos="0"/>
              </a:tabLst>
            </a:pPr>
            <a:r>
              <a:rPr lang="de-DE" sz="3300" b="0" u="none" strike="noStrike">
                <a:solidFill>
                  <a:schemeClr val="dk1"/>
                </a:solidFill>
                <a:effectLst/>
                <a:uFillTx/>
                <a:latin typeface="Calibri Light"/>
              </a:rPr>
              <a:t>Mastertitelformat bearbeiten</a:t>
            </a:r>
            <a:endParaRPr lang="de-DE" sz="3300" b="0" u="none" strike="noStrike">
              <a:solidFill>
                <a:srgbClr val="000000"/>
              </a:solidFill>
              <a:effectLst/>
              <a:uFillTx/>
              <a:latin typeface="Arial"/>
            </a:endParaRPr>
          </a:p>
        </p:txBody>
      </p:sp>
      <p:sp>
        <p:nvSpPr>
          <p:cNvPr id="40" name="PlaceHolder 2"/>
          <p:cNvSpPr>
            <a:spLocks noGrp="1"/>
          </p:cNvSpPr>
          <p:nvPr>
            <p:ph type="body"/>
          </p:nvPr>
        </p:nvSpPr>
        <p:spPr>
          <a:xfrm>
            <a:off x="471600" y="527400"/>
            <a:ext cx="4347000" cy="8391240"/>
          </a:xfrm>
          <a:prstGeom prst="rect">
            <a:avLst/>
          </a:prstGeom>
          <a:noFill/>
          <a:ln w="0">
            <a:noFill/>
          </a:ln>
        </p:spPr>
        <p:txBody>
          <a:bodyPr lIns="91440" rIns="91440" tIns="45720" bIns="45720" anchor="t" vert="eaVert">
            <a:noAutofit/>
          </a:bodyPr>
          <a:p>
            <a:pPr marL="171360" indent="-171360" defTabSz="685800">
              <a:lnSpc>
                <a:spcPct val="90000"/>
              </a:lnSpc>
              <a:spcBef>
                <a:spcPts val="751"/>
              </a:spcBef>
              <a:buClr>
                <a:srgbClr val="000000"/>
              </a:buClr>
              <a:buFont typeface="Arial"/>
              <a:buChar char="•"/>
            </a:pPr>
            <a:r>
              <a:rPr lang="de-DE" sz="2100" b="0" u="none" strike="noStrike">
                <a:solidFill>
                  <a:schemeClr val="dk1"/>
                </a:solidFill>
                <a:effectLst/>
                <a:uFillTx/>
                <a:latin typeface="Calibri"/>
              </a:rPr>
              <a:t>Mastertextformat bearbeiten</a:t>
            </a:r>
            <a:endParaRPr lang="de-DE" sz="2100" b="0" u="none" strike="noStrike">
              <a:solidFill>
                <a:srgbClr val="000000"/>
              </a:solidFill>
              <a:effectLst/>
              <a:uFillTx/>
              <a:latin typeface="Arial"/>
            </a:endParaRPr>
          </a:p>
          <a:p>
            <a:pPr marL="514440" lvl="1" indent="-171360" defTabSz="685800">
              <a:lnSpc>
                <a:spcPct val="90000"/>
              </a:lnSpc>
              <a:spcBef>
                <a:spcPts val="374"/>
              </a:spcBef>
              <a:buClr>
                <a:srgbClr val="000000"/>
              </a:buClr>
              <a:buFont typeface="Arial"/>
              <a:buChar char="•"/>
            </a:pPr>
            <a:r>
              <a:rPr lang="de-DE" sz="1800" b="0" u="none" strike="noStrike">
                <a:solidFill>
                  <a:schemeClr val="dk1"/>
                </a:solidFill>
                <a:effectLst/>
                <a:uFillTx/>
                <a:latin typeface="Calibri"/>
              </a:rPr>
              <a:t>Zweite Ebene</a:t>
            </a:r>
            <a:endParaRPr lang="de-DE" sz="1800" b="0" u="none" strike="noStrike">
              <a:solidFill>
                <a:srgbClr val="000000"/>
              </a:solidFill>
              <a:effectLst/>
              <a:uFillTx/>
              <a:latin typeface="Arial"/>
            </a:endParaRPr>
          </a:p>
          <a:p>
            <a:pPr marL="857160" lvl="2" indent="-171360" defTabSz="685800">
              <a:lnSpc>
                <a:spcPct val="90000"/>
              </a:lnSpc>
              <a:spcBef>
                <a:spcPts val="374"/>
              </a:spcBef>
              <a:buClr>
                <a:srgbClr val="000000"/>
              </a:buClr>
              <a:buFont typeface="Arial"/>
              <a:buChar char="•"/>
            </a:pPr>
            <a:r>
              <a:rPr lang="de-DE" sz="1500" b="0" u="none" strike="noStrike">
                <a:solidFill>
                  <a:schemeClr val="dk1"/>
                </a:solidFill>
                <a:effectLst/>
                <a:uFillTx/>
                <a:latin typeface="Calibri"/>
              </a:rPr>
              <a:t>Dritte Ebene</a:t>
            </a:r>
            <a:endParaRPr lang="de-DE" sz="1500" b="0" u="none" strike="noStrike">
              <a:solidFill>
                <a:srgbClr val="000000"/>
              </a:solidFill>
              <a:effectLst/>
              <a:uFillTx/>
              <a:latin typeface="Arial"/>
            </a:endParaRPr>
          </a:p>
          <a:p>
            <a:pPr marL="1200240" lvl="3"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Vierte Ebene</a:t>
            </a:r>
            <a:endParaRPr lang="de-DE" sz="1350" b="0" u="none" strike="noStrike">
              <a:solidFill>
                <a:srgbClr val="000000"/>
              </a:solidFill>
              <a:effectLst/>
              <a:uFillTx/>
              <a:latin typeface="Arial"/>
            </a:endParaRPr>
          </a:p>
          <a:p>
            <a:pPr marL="1542960" lvl="4"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Fünfte Ebene</a:t>
            </a:r>
            <a:endParaRPr lang="de-DE" sz="1350" b="0" u="none" strike="noStrike">
              <a:solidFill>
                <a:srgbClr val="000000"/>
              </a:solidFill>
              <a:effectLst/>
              <a:uFillTx/>
              <a:latin typeface="Arial"/>
            </a:endParaRPr>
          </a:p>
        </p:txBody>
      </p:sp>
      <p:sp>
        <p:nvSpPr>
          <p:cNvPr id="41" name="PlaceHolder 3"/>
          <p:cNvSpPr>
            <a:spLocks noGrp="1"/>
          </p:cNvSpPr>
          <p:nvPr>
            <p:ph type="dt" idx="22"/>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42" name="PlaceHolder 4"/>
          <p:cNvSpPr>
            <a:spLocks noGrp="1"/>
          </p:cNvSpPr>
          <p:nvPr>
            <p:ph type="ftr" idx="23"/>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43" name="PlaceHolder 5"/>
          <p:cNvSpPr>
            <a:spLocks noGrp="1"/>
          </p:cNvSpPr>
          <p:nvPr>
            <p:ph type="sldNum" idx="24"/>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0B5F2F8D-FAB0-4CEF-AEE2-39219528E101}"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el und Inhalt">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471600" y="527400"/>
            <a:ext cx="5911560" cy="1911240"/>
          </a:xfrm>
          <a:prstGeom prst="rect">
            <a:avLst/>
          </a:prstGeom>
          <a:noFill/>
          <a:ln w="0">
            <a:noFill/>
          </a:ln>
        </p:spPr>
        <p:txBody>
          <a:bodyPr lIns="91440" rIns="91440" tIns="45720" bIns="45720" anchor="ctr">
            <a:noAutofit/>
          </a:bodyPr>
          <a:p>
            <a:pPr indent="0" defTabSz="685800">
              <a:lnSpc>
                <a:spcPct val="90000"/>
              </a:lnSpc>
              <a:buNone/>
              <a:tabLst>
                <a:tab algn="l" pos="0"/>
              </a:tabLst>
            </a:pPr>
            <a:r>
              <a:rPr lang="de-DE" sz="3300" b="0" u="none" strike="noStrike">
                <a:solidFill>
                  <a:schemeClr val="dk1"/>
                </a:solidFill>
                <a:effectLst/>
                <a:uFillTx/>
                <a:latin typeface="Calibri Light"/>
              </a:rPr>
              <a:t>Mastertitelformat bearbeiten</a:t>
            </a:r>
            <a:endParaRPr lang="de-DE" sz="3300" b="0" u="none" strike="noStrike">
              <a:solidFill>
                <a:srgbClr val="000000"/>
              </a:solidFill>
              <a:effectLst/>
              <a:uFillTx/>
              <a:latin typeface="Arial"/>
            </a:endParaRPr>
          </a:p>
        </p:txBody>
      </p:sp>
      <p:sp>
        <p:nvSpPr>
          <p:cNvPr id="45" name="PlaceHolder 2"/>
          <p:cNvSpPr>
            <a:spLocks noGrp="1"/>
          </p:cNvSpPr>
          <p:nvPr>
            <p:ph type="body"/>
          </p:nvPr>
        </p:nvSpPr>
        <p:spPr>
          <a:xfrm>
            <a:off x="471600" y="2637000"/>
            <a:ext cx="5911560" cy="628164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lang="de-DE" sz="2100" b="0" u="none" strike="noStrike">
                <a:solidFill>
                  <a:schemeClr val="dk1"/>
                </a:solidFill>
                <a:effectLst/>
                <a:uFillTx/>
                <a:latin typeface="Calibri"/>
              </a:rPr>
              <a:t>Mastertextformat bearbeiten</a:t>
            </a:r>
            <a:endParaRPr lang="de-DE" sz="2100" b="0" u="none" strike="noStrike">
              <a:solidFill>
                <a:srgbClr val="000000"/>
              </a:solidFill>
              <a:effectLst/>
              <a:uFillTx/>
              <a:latin typeface="Arial"/>
            </a:endParaRPr>
          </a:p>
          <a:p>
            <a:pPr marL="514440" lvl="1" indent="-171360" defTabSz="685800">
              <a:lnSpc>
                <a:spcPct val="90000"/>
              </a:lnSpc>
              <a:spcBef>
                <a:spcPts val="374"/>
              </a:spcBef>
              <a:buClr>
                <a:srgbClr val="000000"/>
              </a:buClr>
              <a:buFont typeface="Arial"/>
              <a:buChar char="•"/>
            </a:pPr>
            <a:r>
              <a:rPr lang="de-DE" sz="1800" b="0" u="none" strike="noStrike">
                <a:solidFill>
                  <a:schemeClr val="dk1"/>
                </a:solidFill>
                <a:effectLst/>
                <a:uFillTx/>
                <a:latin typeface="Calibri"/>
              </a:rPr>
              <a:t>Zweite Ebene</a:t>
            </a:r>
            <a:endParaRPr lang="de-DE" sz="1800" b="0" u="none" strike="noStrike">
              <a:solidFill>
                <a:srgbClr val="000000"/>
              </a:solidFill>
              <a:effectLst/>
              <a:uFillTx/>
              <a:latin typeface="Arial"/>
            </a:endParaRPr>
          </a:p>
          <a:p>
            <a:pPr marL="857160" lvl="2" indent="-171360" defTabSz="685800">
              <a:lnSpc>
                <a:spcPct val="90000"/>
              </a:lnSpc>
              <a:spcBef>
                <a:spcPts val="374"/>
              </a:spcBef>
              <a:buClr>
                <a:srgbClr val="000000"/>
              </a:buClr>
              <a:buFont typeface="Arial"/>
              <a:buChar char="•"/>
            </a:pPr>
            <a:r>
              <a:rPr lang="de-DE" sz="1500" b="0" u="none" strike="noStrike">
                <a:solidFill>
                  <a:schemeClr val="dk1"/>
                </a:solidFill>
                <a:effectLst/>
                <a:uFillTx/>
                <a:latin typeface="Calibri"/>
              </a:rPr>
              <a:t>Dritte Ebene</a:t>
            </a:r>
            <a:endParaRPr lang="de-DE" sz="1500" b="0" u="none" strike="noStrike">
              <a:solidFill>
                <a:srgbClr val="000000"/>
              </a:solidFill>
              <a:effectLst/>
              <a:uFillTx/>
              <a:latin typeface="Arial"/>
            </a:endParaRPr>
          </a:p>
          <a:p>
            <a:pPr marL="1200240" lvl="3"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Vierte Ebene</a:t>
            </a:r>
            <a:endParaRPr lang="de-DE" sz="1350" b="0" u="none" strike="noStrike">
              <a:solidFill>
                <a:srgbClr val="000000"/>
              </a:solidFill>
              <a:effectLst/>
              <a:uFillTx/>
              <a:latin typeface="Arial"/>
            </a:endParaRPr>
          </a:p>
          <a:p>
            <a:pPr marL="1542960" lvl="4"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Fünfte Ebene</a:t>
            </a:r>
            <a:endParaRPr lang="de-DE" sz="1350" b="0" u="none" strike="noStrike">
              <a:solidFill>
                <a:srgbClr val="000000"/>
              </a:solidFill>
              <a:effectLst/>
              <a:uFillTx/>
              <a:latin typeface="Arial"/>
            </a:endParaRPr>
          </a:p>
        </p:txBody>
      </p:sp>
      <p:sp>
        <p:nvSpPr>
          <p:cNvPr id="46" name="PlaceHolder 3"/>
          <p:cNvSpPr>
            <a:spLocks noGrp="1"/>
          </p:cNvSpPr>
          <p:nvPr>
            <p:ph type="dt" idx="25"/>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47" name="PlaceHolder 4"/>
          <p:cNvSpPr>
            <a:spLocks noGrp="1"/>
          </p:cNvSpPr>
          <p:nvPr>
            <p:ph type="ftr" idx="26"/>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48" name="PlaceHolder 5"/>
          <p:cNvSpPr>
            <a:spLocks noGrp="1"/>
          </p:cNvSpPr>
          <p:nvPr>
            <p:ph type="sldNum" idx="27"/>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D2CE38BE-06BF-4413-A595-0DB28B5E4209}"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bschnitts-&#10;überschrift">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68000" y="2469600"/>
            <a:ext cx="5911560" cy="4116960"/>
          </a:xfrm>
          <a:prstGeom prst="rect">
            <a:avLst/>
          </a:prstGeom>
          <a:noFill/>
          <a:ln w="0">
            <a:noFill/>
          </a:ln>
        </p:spPr>
        <p:txBody>
          <a:bodyPr lIns="91440" rIns="91440" tIns="45720" bIns="45720" anchor="b">
            <a:noAutofit/>
          </a:bodyPr>
          <a:p>
            <a:pPr indent="0" defTabSz="685800">
              <a:lnSpc>
                <a:spcPct val="90000"/>
              </a:lnSpc>
              <a:buNone/>
              <a:tabLst>
                <a:tab algn="l" pos="0"/>
              </a:tabLst>
            </a:pPr>
            <a:r>
              <a:rPr lang="de-DE" sz="4500" b="0" u="none" strike="noStrike">
                <a:solidFill>
                  <a:schemeClr val="dk1"/>
                </a:solidFill>
                <a:effectLst/>
                <a:uFillTx/>
                <a:latin typeface="Calibri Light"/>
              </a:rPr>
              <a:t>Mastertitelformat bearbeiten</a:t>
            </a:r>
            <a:endParaRPr lang="de-DE" sz="4500" b="0" u="none" strike="noStrike">
              <a:solidFill>
                <a:srgbClr val="000000"/>
              </a:solidFill>
              <a:effectLst/>
              <a:uFillTx/>
              <a:latin typeface="Arial"/>
            </a:endParaRPr>
          </a:p>
        </p:txBody>
      </p:sp>
      <p:sp>
        <p:nvSpPr>
          <p:cNvPr id="50" name="PlaceHolder 2"/>
          <p:cNvSpPr>
            <a:spLocks noGrp="1"/>
          </p:cNvSpPr>
          <p:nvPr>
            <p:ph type="body"/>
          </p:nvPr>
        </p:nvSpPr>
        <p:spPr>
          <a:xfrm>
            <a:off x="468000" y="6629400"/>
            <a:ext cx="5911560" cy="216324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lang="de-DE" sz="1800" b="0" u="none" strike="noStrike">
                <a:solidFill>
                  <a:schemeClr val="dk1"/>
                </a:solidFill>
                <a:effectLst/>
                <a:uFillTx/>
                <a:latin typeface="Calibri"/>
              </a:rPr>
              <a:t>Mastertextformat bearbeiten</a:t>
            </a:r>
            <a:endParaRPr lang="de-DE" sz="1800" b="0" u="none" strike="noStrike">
              <a:solidFill>
                <a:srgbClr val="000000"/>
              </a:solidFill>
              <a:effectLst/>
              <a:uFillTx/>
              <a:latin typeface="Arial"/>
            </a:endParaRPr>
          </a:p>
        </p:txBody>
      </p:sp>
      <p:sp>
        <p:nvSpPr>
          <p:cNvPr id="51" name="PlaceHolder 3"/>
          <p:cNvSpPr>
            <a:spLocks noGrp="1"/>
          </p:cNvSpPr>
          <p:nvPr>
            <p:ph type="dt" idx="28"/>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52" name="PlaceHolder 4"/>
          <p:cNvSpPr>
            <a:spLocks noGrp="1"/>
          </p:cNvSpPr>
          <p:nvPr>
            <p:ph type="ftr" idx="29"/>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53" name="PlaceHolder 5"/>
          <p:cNvSpPr>
            <a:spLocks noGrp="1"/>
          </p:cNvSpPr>
          <p:nvPr>
            <p:ph type="sldNum" idx="30"/>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1F2062BE-F412-47AA-8F44-222A190D716C}"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Zwei Inhalte">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71600" y="527400"/>
            <a:ext cx="5911560" cy="1911240"/>
          </a:xfrm>
          <a:prstGeom prst="rect">
            <a:avLst/>
          </a:prstGeom>
          <a:noFill/>
          <a:ln w="0">
            <a:noFill/>
          </a:ln>
        </p:spPr>
        <p:txBody>
          <a:bodyPr lIns="91440" rIns="91440" tIns="45720" bIns="45720" anchor="ctr">
            <a:noAutofit/>
          </a:bodyPr>
          <a:p>
            <a:pPr indent="0" defTabSz="685800">
              <a:lnSpc>
                <a:spcPct val="90000"/>
              </a:lnSpc>
              <a:buNone/>
              <a:tabLst>
                <a:tab algn="l" pos="0"/>
              </a:tabLst>
            </a:pPr>
            <a:r>
              <a:rPr lang="de-DE" sz="3300" b="0" u="none" strike="noStrike">
                <a:solidFill>
                  <a:schemeClr val="dk1"/>
                </a:solidFill>
                <a:effectLst/>
                <a:uFillTx/>
                <a:latin typeface="Calibri Light"/>
              </a:rPr>
              <a:t>Mastertitelformat bearbeiten</a:t>
            </a:r>
            <a:endParaRPr lang="de-DE" sz="3300" b="0" u="none" strike="noStrike">
              <a:solidFill>
                <a:srgbClr val="000000"/>
              </a:solidFill>
              <a:effectLst/>
              <a:uFillTx/>
              <a:latin typeface="Arial"/>
            </a:endParaRPr>
          </a:p>
        </p:txBody>
      </p:sp>
      <p:sp>
        <p:nvSpPr>
          <p:cNvPr id="55" name="PlaceHolder 2"/>
          <p:cNvSpPr>
            <a:spLocks noGrp="1"/>
          </p:cNvSpPr>
          <p:nvPr>
            <p:ph type="body"/>
          </p:nvPr>
        </p:nvSpPr>
        <p:spPr>
          <a:xfrm>
            <a:off x="471600" y="2637000"/>
            <a:ext cx="2910960" cy="628164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lang="de-DE" sz="2100" b="0" u="none" strike="noStrike">
                <a:solidFill>
                  <a:schemeClr val="dk1"/>
                </a:solidFill>
                <a:effectLst/>
                <a:uFillTx/>
                <a:latin typeface="Calibri"/>
              </a:rPr>
              <a:t>Mastertextformat bearbeiten</a:t>
            </a:r>
            <a:endParaRPr lang="de-DE" sz="2100" b="0" u="none" strike="noStrike">
              <a:solidFill>
                <a:srgbClr val="000000"/>
              </a:solidFill>
              <a:effectLst/>
              <a:uFillTx/>
              <a:latin typeface="Arial"/>
            </a:endParaRPr>
          </a:p>
          <a:p>
            <a:pPr marL="514440" lvl="1" indent="-171360" defTabSz="685800">
              <a:lnSpc>
                <a:spcPct val="90000"/>
              </a:lnSpc>
              <a:spcBef>
                <a:spcPts val="374"/>
              </a:spcBef>
              <a:buClr>
                <a:srgbClr val="000000"/>
              </a:buClr>
              <a:buFont typeface="Arial"/>
              <a:buChar char="•"/>
            </a:pPr>
            <a:r>
              <a:rPr lang="de-DE" sz="1800" b="0" u="none" strike="noStrike">
                <a:solidFill>
                  <a:schemeClr val="dk1"/>
                </a:solidFill>
                <a:effectLst/>
                <a:uFillTx/>
                <a:latin typeface="Calibri"/>
              </a:rPr>
              <a:t>Zweite Ebene</a:t>
            </a:r>
            <a:endParaRPr lang="de-DE" sz="1800" b="0" u="none" strike="noStrike">
              <a:solidFill>
                <a:srgbClr val="000000"/>
              </a:solidFill>
              <a:effectLst/>
              <a:uFillTx/>
              <a:latin typeface="Arial"/>
            </a:endParaRPr>
          </a:p>
          <a:p>
            <a:pPr marL="857160" lvl="2" indent="-171360" defTabSz="685800">
              <a:lnSpc>
                <a:spcPct val="90000"/>
              </a:lnSpc>
              <a:spcBef>
                <a:spcPts val="374"/>
              </a:spcBef>
              <a:buClr>
                <a:srgbClr val="000000"/>
              </a:buClr>
              <a:buFont typeface="Arial"/>
              <a:buChar char="•"/>
            </a:pPr>
            <a:r>
              <a:rPr lang="de-DE" sz="1500" b="0" u="none" strike="noStrike">
                <a:solidFill>
                  <a:schemeClr val="dk1"/>
                </a:solidFill>
                <a:effectLst/>
                <a:uFillTx/>
                <a:latin typeface="Calibri"/>
              </a:rPr>
              <a:t>Dritte Ebene</a:t>
            </a:r>
            <a:endParaRPr lang="de-DE" sz="1500" b="0" u="none" strike="noStrike">
              <a:solidFill>
                <a:srgbClr val="000000"/>
              </a:solidFill>
              <a:effectLst/>
              <a:uFillTx/>
              <a:latin typeface="Arial"/>
            </a:endParaRPr>
          </a:p>
          <a:p>
            <a:pPr marL="1200240" lvl="3"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Vierte Ebene</a:t>
            </a:r>
            <a:endParaRPr lang="de-DE" sz="1350" b="0" u="none" strike="noStrike">
              <a:solidFill>
                <a:srgbClr val="000000"/>
              </a:solidFill>
              <a:effectLst/>
              <a:uFillTx/>
              <a:latin typeface="Arial"/>
            </a:endParaRPr>
          </a:p>
          <a:p>
            <a:pPr marL="1542960" lvl="4"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Fünfte Ebene</a:t>
            </a:r>
            <a:endParaRPr lang="de-DE" sz="1350" b="0" u="none" strike="noStrike">
              <a:solidFill>
                <a:srgbClr val="000000"/>
              </a:solidFill>
              <a:effectLst/>
              <a:uFillTx/>
              <a:latin typeface="Arial"/>
            </a:endParaRPr>
          </a:p>
        </p:txBody>
      </p:sp>
      <p:sp>
        <p:nvSpPr>
          <p:cNvPr id="56" name="PlaceHolder 3"/>
          <p:cNvSpPr>
            <a:spLocks noGrp="1"/>
          </p:cNvSpPr>
          <p:nvPr>
            <p:ph type="body"/>
          </p:nvPr>
        </p:nvSpPr>
        <p:spPr>
          <a:xfrm>
            <a:off x="3471840" y="2637000"/>
            <a:ext cx="2910960" cy="628164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lang="de-DE" sz="2100" b="0" u="none" strike="noStrike">
                <a:solidFill>
                  <a:schemeClr val="dk1"/>
                </a:solidFill>
                <a:effectLst/>
                <a:uFillTx/>
                <a:latin typeface="Calibri"/>
              </a:rPr>
              <a:t>Mastertextformat bearbeiten</a:t>
            </a:r>
            <a:endParaRPr lang="de-DE" sz="2100" b="0" u="none" strike="noStrike">
              <a:solidFill>
                <a:srgbClr val="000000"/>
              </a:solidFill>
              <a:effectLst/>
              <a:uFillTx/>
              <a:latin typeface="Arial"/>
            </a:endParaRPr>
          </a:p>
          <a:p>
            <a:pPr marL="514440" lvl="1" indent="-171360" defTabSz="685800">
              <a:lnSpc>
                <a:spcPct val="90000"/>
              </a:lnSpc>
              <a:spcBef>
                <a:spcPts val="374"/>
              </a:spcBef>
              <a:buClr>
                <a:srgbClr val="000000"/>
              </a:buClr>
              <a:buFont typeface="Arial"/>
              <a:buChar char="•"/>
            </a:pPr>
            <a:r>
              <a:rPr lang="de-DE" sz="1800" b="0" u="none" strike="noStrike">
                <a:solidFill>
                  <a:schemeClr val="dk1"/>
                </a:solidFill>
                <a:effectLst/>
                <a:uFillTx/>
                <a:latin typeface="Calibri"/>
              </a:rPr>
              <a:t>Zweite Ebene</a:t>
            </a:r>
            <a:endParaRPr lang="de-DE" sz="1800" b="0" u="none" strike="noStrike">
              <a:solidFill>
                <a:srgbClr val="000000"/>
              </a:solidFill>
              <a:effectLst/>
              <a:uFillTx/>
              <a:latin typeface="Arial"/>
            </a:endParaRPr>
          </a:p>
          <a:p>
            <a:pPr marL="857160" lvl="2" indent="-171360" defTabSz="685800">
              <a:lnSpc>
                <a:spcPct val="90000"/>
              </a:lnSpc>
              <a:spcBef>
                <a:spcPts val="374"/>
              </a:spcBef>
              <a:buClr>
                <a:srgbClr val="000000"/>
              </a:buClr>
              <a:buFont typeface="Arial"/>
              <a:buChar char="•"/>
            </a:pPr>
            <a:r>
              <a:rPr lang="de-DE" sz="1500" b="0" u="none" strike="noStrike">
                <a:solidFill>
                  <a:schemeClr val="dk1"/>
                </a:solidFill>
                <a:effectLst/>
                <a:uFillTx/>
                <a:latin typeface="Calibri"/>
              </a:rPr>
              <a:t>Dritte Ebene</a:t>
            </a:r>
            <a:endParaRPr lang="de-DE" sz="1500" b="0" u="none" strike="noStrike">
              <a:solidFill>
                <a:srgbClr val="000000"/>
              </a:solidFill>
              <a:effectLst/>
              <a:uFillTx/>
              <a:latin typeface="Arial"/>
            </a:endParaRPr>
          </a:p>
          <a:p>
            <a:pPr marL="1200240" lvl="3"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Vierte Ebene</a:t>
            </a:r>
            <a:endParaRPr lang="de-DE" sz="1350" b="0" u="none" strike="noStrike">
              <a:solidFill>
                <a:srgbClr val="000000"/>
              </a:solidFill>
              <a:effectLst/>
              <a:uFillTx/>
              <a:latin typeface="Arial"/>
            </a:endParaRPr>
          </a:p>
          <a:p>
            <a:pPr marL="1542960" lvl="4" indent="-171360" defTabSz="685800">
              <a:lnSpc>
                <a:spcPct val="90000"/>
              </a:lnSpc>
              <a:spcBef>
                <a:spcPts val="374"/>
              </a:spcBef>
              <a:buClr>
                <a:srgbClr val="000000"/>
              </a:buClr>
              <a:buFont typeface="Arial"/>
              <a:buChar char="•"/>
            </a:pPr>
            <a:r>
              <a:rPr lang="de-DE" sz="1350" b="0" u="none" strike="noStrike">
                <a:solidFill>
                  <a:schemeClr val="dk1"/>
                </a:solidFill>
                <a:effectLst/>
                <a:uFillTx/>
                <a:latin typeface="Calibri"/>
              </a:rPr>
              <a:t>Fünfte Ebene</a:t>
            </a:r>
            <a:endParaRPr lang="de-DE" sz="1350" b="0" u="none" strike="noStrike">
              <a:solidFill>
                <a:srgbClr val="000000"/>
              </a:solidFill>
              <a:effectLst/>
              <a:uFillTx/>
              <a:latin typeface="Arial"/>
            </a:endParaRPr>
          </a:p>
        </p:txBody>
      </p:sp>
      <p:sp>
        <p:nvSpPr>
          <p:cNvPr id="57" name="PlaceHolder 4"/>
          <p:cNvSpPr>
            <a:spLocks noGrp="1"/>
          </p:cNvSpPr>
          <p:nvPr>
            <p:ph type="dt" idx="31"/>
          </p:nvPr>
        </p:nvSpPr>
        <p:spPr>
          <a:xfrm>
            <a:off x="471600" y="9181440"/>
            <a:ext cx="1539360" cy="52380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defTabSz="457200">
              <a:lnSpc>
                <a:spcPct val="100000"/>
              </a:lnSpc>
              <a:buNone/>
              <a:tabLst>
                <a:tab algn="l" pos="0"/>
              </a:tabLst>
            </a:pPr>
            <a:r>
              <a:rPr lang="de-DE" sz="900" b="0" u="none" strike="noStrike">
                <a:solidFill>
                  <a:schemeClr val="dk1">
                    <a:tint val="75000"/>
                  </a:schemeClr>
                </a:solidFill>
                <a:effectLst/>
                <a:uFillTx/>
                <a:latin typeface="Calibri"/>
              </a:rPr>
              <a:t>&lt;Datum/Uhrzeit&gt;</a:t>
            </a:r>
            <a:endParaRPr lang="de-DE" sz="900" b="0" u="none" strike="noStrike">
              <a:solidFill>
                <a:srgbClr val="000000"/>
              </a:solidFill>
              <a:effectLst/>
              <a:uFillTx/>
              <a:latin typeface="Times New Roman"/>
            </a:endParaRPr>
          </a:p>
        </p:txBody>
      </p:sp>
      <p:sp>
        <p:nvSpPr>
          <p:cNvPr id="58" name="PlaceHolder 5"/>
          <p:cNvSpPr>
            <a:spLocks noGrp="1"/>
          </p:cNvSpPr>
          <p:nvPr>
            <p:ph type="ftr" idx="32"/>
          </p:nvPr>
        </p:nvSpPr>
        <p:spPr>
          <a:xfrm>
            <a:off x="2271600" y="9181440"/>
            <a:ext cx="2310840" cy="5238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de-DE" sz="1400" b="0" u="none" strike="noStrike">
                <a:solidFill>
                  <a:srgbClr val="000000"/>
                </a:solidFill>
                <a:effectLst/>
                <a:uFillTx/>
                <a:latin typeface="Times New Roman"/>
              </a:defRPr>
            </a:lvl1pPr>
          </a:lstStyle>
          <a:p>
            <a:pPr indent="0" algn="ctr">
              <a:lnSpc>
                <a:spcPct val="100000"/>
              </a:lnSpc>
              <a:buNone/>
              <a:tabLst>
                <a:tab algn="l" pos="0"/>
              </a:tabLst>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4843440" y="9181440"/>
            <a:ext cx="1539360" cy="5238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de-DE" sz="900" b="0" u="none" strike="noStrike">
                <a:solidFill>
                  <a:schemeClr val="dk1">
                    <a:tint val="75000"/>
                  </a:schemeClr>
                </a:solidFill>
                <a:effectLst/>
                <a:uFillTx/>
                <a:latin typeface="Calibri"/>
              </a:defRPr>
            </a:lvl1pPr>
          </a:lstStyle>
          <a:p>
            <a:pPr indent="0" algn="r" defTabSz="457200">
              <a:lnSpc>
                <a:spcPct val="100000"/>
              </a:lnSpc>
              <a:buNone/>
              <a:tabLst>
                <a:tab algn="l" pos="0"/>
              </a:tabLst>
            </a:pPr>
            <a:fld id="{DF2AC036-1B6B-4B35-AF66-83AF63011D6B}" type="slidenum">
              <a:rPr lang="de-DE" sz="900" b="0" u="none" strike="noStrike">
                <a:solidFill>
                  <a:schemeClr val="dk1">
                    <a:tint val="75000"/>
                  </a:schemeClr>
                </a:solidFill>
                <a:effectLst/>
                <a:uFillTx/>
                <a:latin typeface="Calibri"/>
              </a:rPr>
              <a:t>&lt;Foliennummer&gt;</a:t>
            </a:fld>
            <a:endParaRPr lang="de-DE" sz="9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standalone='yes'?>
<Relationships xmlns="http://schemas.openxmlformats.org/package/2006/relationships"><Relationship Id="rId1" Type="http://schemas.openxmlformats.org/officeDocument/2006/relationships/hyperlink" Target="https://github.com/juanaponterojas01/Digital_Twin_Battery_with_LSTM" TargetMode="External"/><Relationship Id="rId2" Type="http://schemas.openxmlformats.org/officeDocument/2006/relationships/hyperlink" Target="https://huggingface.co/spaces/juanaponterojas01/battery-soc-digital-twin" TargetMode="External"/><Relationship Id="rId3" Type="http://schemas.openxmlformats.org/officeDocument/2006/relationships/image" Target="../media/image1.jpeg"/><Relationship Id="rId4"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Textfeld 3"/>
          <p:cNvSpPr/>
          <p:nvPr/>
        </p:nvSpPr>
        <p:spPr>
          <a:xfrm>
            <a:off x="2269080" y="153360"/>
            <a:ext cx="3412800" cy="730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CO" sz="2800" b="1" u="none" strike="noStrike">
                <a:solidFill>
                  <a:srgbClr val="002060"/>
                </a:solidFill>
                <a:effectLst/>
                <a:uFillTx/>
                <a:latin typeface="Tahoma"/>
                <a:ea typeface="Tahoma"/>
              </a:rPr>
              <a:t>Juan Aponte</a:t>
            </a:r>
            <a:endParaRPr lang="de-DE" sz="2800" b="0" u="none" strike="noStrike">
              <a:solidFill>
                <a:srgbClr val="000000"/>
              </a:solidFill>
              <a:effectLst/>
              <a:uFillTx/>
              <a:latin typeface="Arial"/>
            </a:endParaRPr>
          </a:p>
          <a:p>
            <a:pPr defTabSz="457200">
              <a:lnSpc>
                <a:spcPct val="100000"/>
              </a:lnSpc>
            </a:pPr>
            <a:r>
              <a:rPr lang="es-CO" sz="1400" b="0" u="none" strike="noStrike">
                <a:solidFill>
                  <a:srgbClr val="002060"/>
                </a:solidFill>
                <a:effectLst/>
                <a:uFillTx/>
                <a:latin typeface="Tahoma"/>
                <a:ea typeface="Tahoma"/>
              </a:rPr>
              <a:t>Entwicklungsingenieur</a:t>
            </a:r>
            <a:endParaRPr lang="de-DE" sz="1400" b="0" u="none" strike="noStrike">
              <a:solidFill>
                <a:srgbClr val="000000"/>
              </a:solidFill>
              <a:effectLst/>
              <a:uFillTx/>
              <a:latin typeface="Arial"/>
            </a:endParaRPr>
          </a:p>
        </p:txBody>
      </p:sp>
      <p:sp>
        <p:nvSpPr>
          <p:cNvPr id="61" name="Textfeld 5"/>
          <p:cNvSpPr/>
          <p:nvPr/>
        </p:nvSpPr>
        <p:spPr>
          <a:xfrm>
            <a:off x="2251440" y="1010880"/>
            <a:ext cx="4186800" cy="100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CO" sz="1200" b="0" u="none" strike="noStrike">
                <a:solidFill>
                  <a:srgbClr val="002060"/>
                </a:solidFill>
                <a:effectLst/>
                <a:uFillTx/>
                <a:latin typeface="Tahoma"/>
                <a:ea typeface="Tahoma"/>
              </a:rPr>
              <a:t>Email:</a:t>
            </a:r>
            <a:r>
              <a:rPr lang="es-CO" sz="1200" b="1" u="none" strike="noStrike">
                <a:solidFill>
                  <a:srgbClr val="002060"/>
                </a:solidFill>
                <a:effectLst/>
                <a:uFillTx/>
                <a:latin typeface="Tahoma"/>
                <a:ea typeface="Tahoma"/>
              </a:rPr>
              <a:t> </a:t>
            </a:r>
            <a:r>
              <a:rPr lang="es-CO" sz="1200" b="1" u="none" strike="noStrike">
                <a:solidFill>
                  <a:srgbClr val="002060"/>
                </a:solidFill>
                <a:effectLst/>
                <a:uFillTx/>
                <a:latin typeface="Tahoma"/>
                <a:ea typeface="Tahoma"/>
              </a:rPr>
              <a:t>	</a:t>
            </a:r>
            <a:r>
              <a:rPr lang="es-CO" sz="1200" b="0" u="none" strike="noStrike">
                <a:solidFill>
                  <a:schemeClr val="dk1">
                    <a:lumMod val="95000"/>
                    <a:lumOff val="5000"/>
                  </a:schemeClr>
                </a:solidFill>
                <a:effectLst/>
                <a:uFillTx/>
                <a:latin typeface="Tahoma"/>
                <a:ea typeface="Tahoma"/>
              </a:rPr>
              <a:t>juanaponterojas01@gmail.com</a:t>
            </a:r>
            <a:endParaRPr lang="de-DE" sz="1200" b="0" u="none" strike="noStrike">
              <a:solidFill>
                <a:srgbClr val="000000"/>
              </a:solidFill>
              <a:effectLst/>
              <a:uFillTx/>
              <a:latin typeface="Arial"/>
            </a:endParaRPr>
          </a:p>
          <a:p>
            <a:pPr defTabSz="457200">
              <a:lnSpc>
                <a:spcPct val="100000"/>
              </a:lnSpc>
            </a:pPr>
            <a:r>
              <a:rPr lang="es-CO" sz="1200" b="0" u="none" strike="noStrike">
                <a:solidFill>
                  <a:srgbClr val="002060"/>
                </a:solidFill>
                <a:effectLst/>
                <a:uFillTx/>
                <a:latin typeface="Tahoma"/>
                <a:ea typeface="Tahoma"/>
              </a:rPr>
              <a:t>Tel: </a:t>
            </a:r>
            <a:r>
              <a:rPr lang="es-CO" sz="1200" b="0" u="none" strike="noStrike">
                <a:solidFill>
                  <a:srgbClr val="002060"/>
                </a:solidFill>
                <a:effectLst/>
                <a:uFillTx/>
                <a:latin typeface="Tahoma"/>
                <a:ea typeface="Tahoma"/>
              </a:rPr>
              <a:t>	</a:t>
            </a:r>
            <a:r>
              <a:rPr lang="es-CO" sz="1200" b="0" u="none" strike="noStrike">
                <a:solidFill>
                  <a:srgbClr val="002060"/>
                </a:solidFill>
                <a:effectLst/>
                <a:uFillTx/>
                <a:latin typeface="Tahoma"/>
                <a:ea typeface="Tahoma"/>
              </a:rPr>
              <a:t>	</a:t>
            </a:r>
            <a:r>
              <a:rPr lang="es-CO" sz="1200" b="0" u="none" strike="noStrike">
                <a:solidFill>
                  <a:schemeClr val="dk1">
                    <a:lumMod val="95000"/>
                    <a:lumOff val="5000"/>
                  </a:schemeClr>
                </a:solidFill>
                <a:effectLst/>
                <a:uFillTx/>
                <a:latin typeface="Tahoma"/>
                <a:ea typeface="Tahoma"/>
              </a:rPr>
              <a:t>+49 1590 6402645</a:t>
            </a:r>
            <a:endParaRPr lang="de-DE" sz="1200" b="0" u="none" strike="noStrike">
              <a:solidFill>
                <a:srgbClr val="000000"/>
              </a:solidFill>
              <a:effectLst/>
              <a:uFillTx/>
              <a:latin typeface="Arial"/>
            </a:endParaRPr>
          </a:p>
          <a:p>
            <a:pPr defTabSz="457200">
              <a:lnSpc>
                <a:spcPct val="100000"/>
              </a:lnSpc>
            </a:pPr>
            <a:r>
              <a:rPr lang="de-DE" sz="1200" b="0" u="none" strike="noStrike">
                <a:solidFill>
                  <a:srgbClr val="002060"/>
                </a:solidFill>
                <a:effectLst/>
                <a:uFillTx/>
                <a:latin typeface="Tahoma"/>
                <a:ea typeface="Tahoma"/>
              </a:rPr>
              <a:t>Anschrift: </a:t>
            </a:r>
            <a:r>
              <a:rPr lang="de-DE" sz="1200" b="0" u="none" strike="noStrike">
                <a:solidFill>
                  <a:srgbClr val="002060"/>
                </a:solidFill>
                <a:effectLst/>
                <a:uFillTx/>
                <a:latin typeface="Tahoma"/>
                <a:ea typeface="Tahoma"/>
              </a:rPr>
              <a:t>	</a:t>
            </a:r>
            <a:r>
              <a:rPr lang="de-DE" sz="1200" b="0" u="none" strike="noStrike">
                <a:solidFill>
                  <a:schemeClr val="dk1">
                    <a:lumMod val="95000"/>
                    <a:lumOff val="5000"/>
                  </a:schemeClr>
                </a:solidFill>
                <a:effectLst/>
                <a:uFillTx/>
                <a:latin typeface="Tahoma"/>
                <a:ea typeface="Tahoma"/>
              </a:rPr>
              <a:t>Spinnertraße 35, 38114 Braunschweig</a:t>
            </a:r>
            <a:endParaRPr lang="de-DE" sz="1200" b="0" u="none" strike="noStrike">
              <a:solidFill>
                <a:srgbClr val="000000"/>
              </a:solidFill>
              <a:effectLst/>
              <a:uFillTx/>
              <a:latin typeface="Arial"/>
            </a:endParaRPr>
          </a:p>
          <a:p>
            <a:pPr defTabSz="457200">
              <a:lnSpc>
                <a:spcPct val="100000"/>
              </a:lnSpc>
            </a:pPr>
            <a:r>
              <a:rPr lang="de-DE" sz="1200" b="0" u="none" strike="noStrike">
                <a:solidFill>
                  <a:srgbClr val="002060"/>
                </a:solidFill>
                <a:effectLst/>
                <a:uFillTx/>
                <a:latin typeface="Tahoma"/>
                <a:ea typeface="Tahoma"/>
              </a:rPr>
              <a:t>Geburtstag: </a:t>
            </a:r>
            <a:r>
              <a:rPr lang="de-DE" sz="1200" b="0" u="none" strike="noStrike">
                <a:solidFill>
                  <a:srgbClr val="002060"/>
                </a:solidFill>
                <a:effectLst/>
                <a:uFillTx/>
                <a:latin typeface="Tahoma"/>
                <a:ea typeface="Tahoma"/>
              </a:rPr>
              <a:t>	</a:t>
            </a:r>
            <a:r>
              <a:rPr lang="de-DE" sz="1200" b="0" u="none" strike="noStrike">
                <a:solidFill>
                  <a:schemeClr val="dk1">
                    <a:lumMod val="95000"/>
                    <a:lumOff val="5000"/>
                  </a:schemeClr>
                </a:solidFill>
                <a:effectLst/>
                <a:uFillTx/>
                <a:latin typeface="Tahoma"/>
                <a:ea typeface="Tahoma"/>
              </a:rPr>
              <a:t>22.11.1994, Bogota – Kolumbien</a:t>
            </a:r>
            <a:br>
              <a:rPr sz="1200"/>
            </a:br>
            <a:r>
              <a:rPr lang="de-DE" sz="1200" b="0" u="none" strike="noStrike">
                <a:solidFill>
                  <a:srgbClr val="002060"/>
                </a:solidFill>
                <a:effectLst/>
                <a:uFillTx/>
                <a:latin typeface="Tahoma"/>
                <a:ea typeface="Tahoma"/>
              </a:rPr>
              <a:t>LinkedIn</a:t>
            </a:r>
            <a:r>
              <a:rPr lang="de-DE" sz="1200" b="0" u="none" strike="noStrike">
                <a:solidFill>
                  <a:schemeClr val="dk1">
                    <a:lumMod val="95000"/>
                    <a:lumOff val="5000"/>
                  </a:schemeClr>
                </a:solidFill>
                <a:effectLst/>
                <a:uFillTx/>
                <a:latin typeface="Tahoma"/>
                <a:ea typeface="Tahoma"/>
              </a:rPr>
              <a:t>:</a:t>
            </a:r>
            <a:r>
              <a:rPr lang="de-DE" sz="1200" b="0" u="none" strike="noStrike">
                <a:solidFill>
                  <a:schemeClr val="dk1">
                    <a:lumMod val="95000"/>
                    <a:lumOff val="5000"/>
                  </a:schemeClr>
                </a:solidFill>
                <a:effectLst/>
                <a:uFillTx/>
                <a:latin typeface="Tahoma"/>
                <a:ea typeface="Tahoma"/>
              </a:rPr>
              <a:t>	</a:t>
            </a:r>
            <a:r>
              <a:rPr lang="de-DE" sz="1200" b="0" u="none" strike="noStrike">
                <a:solidFill>
                  <a:schemeClr val="dk1"/>
                </a:solidFill>
                <a:effectLst/>
                <a:uFillTx/>
                <a:latin typeface="Tahoma"/>
                <a:ea typeface="Tahoma"/>
              </a:rPr>
              <a:t>linkedin.com/in/juan-aponte-736a79126</a:t>
            </a:r>
            <a:endParaRPr lang="de-DE" sz="1200" b="0" u="none" strike="noStrike">
              <a:solidFill>
                <a:srgbClr val="000000"/>
              </a:solidFill>
              <a:effectLst/>
              <a:uFillTx/>
              <a:latin typeface="Arial"/>
            </a:endParaRPr>
          </a:p>
        </p:txBody>
      </p:sp>
      <p:cxnSp>
        <p:nvCxnSpPr>
          <p:cNvPr id="62" name="Gerader Verbinder 8"/>
          <p:cNvCxnSpPr/>
          <p:nvPr/>
        </p:nvCxnSpPr>
        <p:spPr>
          <a:xfrm>
            <a:off x="355320" y="2082600"/>
            <a:ext cx="5960160" cy="3600"/>
          </a:xfrm>
          <a:prstGeom prst="straightConnector1">
            <a:avLst/>
          </a:prstGeom>
          <a:ln w="0">
            <a:solidFill>
              <a:srgbClr val="002060"/>
            </a:solidFill>
          </a:ln>
        </p:spPr>
      </p:cxnSp>
      <p:sp>
        <p:nvSpPr>
          <p:cNvPr id="63" name="Textfeld 11"/>
          <p:cNvSpPr/>
          <p:nvPr/>
        </p:nvSpPr>
        <p:spPr>
          <a:xfrm>
            <a:off x="401400" y="2165040"/>
            <a:ext cx="1139400" cy="303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CO" sz="1400" b="1" u="none" strike="noStrike">
                <a:solidFill>
                  <a:srgbClr val="002060"/>
                </a:solidFill>
                <a:effectLst/>
                <a:uFillTx/>
                <a:latin typeface="Tahoma"/>
                <a:ea typeface="Tahoma"/>
              </a:rPr>
              <a:t>Kurzprofil</a:t>
            </a:r>
            <a:endParaRPr lang="de-DE" sz="1400" b="0" u="none" strike="noStrike">
              <a:solidFill>
                <a:srgbClr val="000000"/>
              </a:solidFill>
              <a:effectLst/>
              <a:uFillTx/>
              <a:latin typeface="Arial"/>
            </a:endParaRPr>
          </a:p>
        </p:txBody>
      </p:sp>
      <p:sp>
        <p:nvSpPr>
          <p:cNvPr id="64" name="Textfeld 12"/>
          <p:cNvSpPr/>
          <p:nvPr/>
        </p:nvSpPr>
        <p:spPr>
          <a:xfrm>
            <a:off x="751680" y="2457000"/>
            <a:ext cx="5635080" cy="27324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lang="de-DE" sz="1200" b="0" u="none" strike="noStrike">
                <a:solidFill>
                  <a:schemeClr val="dk1"/>
                </a:solidFill>
                <a:effectLst/>
                <a:uFillTx/>
                <a:latin typeface="Tahoma"/>
                <a:ea typeface="Tahoma"/>
              </a:rPr>
              <a:t>Mechanical engineer with a Master's degree and strong expertise in CFD simulation, thermal systems, and battery modeling. Proficient in Python programming and experienced with OpenFOAM, ANSYS Fluent, and Modelica for simulating and optimizing thermal management solutions. Hands-on experimental validation skills and a proven ability to develop automation scripts and tools for simulation data analysis, aligning with the requirements of a CFD simulation engineer for thermal systems. </a:t>
            </a:r>
            <a:endParaRPr lang="de-DE" sz="1200" b="0" u="none" strike="noStrike">
              <a:solidFill>
                <a:srgbClr val="000000"/>
              </a:solidFill>
              <a:effectLst/>
              <a:uFillTx/>
              <a:latin typeface="Arial"/>
            </a:endParaRPr>
          </a:p>
        </p:txBody>
      </p:sp>
      <p:sp>
        <p:nvSpPr>
          <p:cNvPr id="65" name="Textfeld 13"/>
          <p:cNvSpPr/>
          <p:nvPr/>
        </p:nvSpPr>
        <p:spPr>
          <a:xfrm>
            <a:off x="2895480" y="3520440"/>
            <a:ext cx="1672920" cy="304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CO" sz="1400" b="1" u="none" strike="noStrike">
                <a:solidFill>
                  <a:srgbClr val="002060"/>
                </a:solidFill>
                <a:effectLst/>
                <a:uFillTx/>
                <a:latin typeface="Tahoma"/>
                <a:ea typeface="Tahoma"/>
              </a:rPr>
              <a:t>Berufserfahrung</a:t>
            </a:r>
            <a:endParaRPr lang="de-DE" sz="1400" b="0" u="none" strike="noStrike">
              <a:solidFill>
                <a:srgbClr val="000000"/>
              </a:solidFill>
              <a:effectLst/>
              <a:uFillTx/>
              <a:latin typeface="Arial"/>
            </a:endParaRPr>
          </a:p>
        </p:txBody>
      </p:sp>
      <p:sp>
        <p:nvSpPr>
          <p:cNvPr id="66" name="Textfeld 14"/>
          <p:cNvSpPr/>
          <p:nvPr/>
        </p:nvSpPr>
        <p:spPr>
          <a:xfrm>
            <a:off x="1346040" y="3860640"/>
            <a:ext cx="5266800" cy="38988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7000"/>
              </a:lnSpc>
              <a:spcAft>
                <a:spcPts val="799"/>
              </a:spcAft>
            </a:pPr>
            <a:r>
              <a:rPr lang="de-DE" sz="1200" b="0" u="none" strike="noStrike">
                <a:solidFill>
                  <a:srgbClr val="002060"/>
                </a:solidFill>
                <a:effectLst/>
                <a:uFillTx/>
                <a:latin typeface="Tahoma"/>
                <a:ea typeface="Tahoma"/>
              </a:rPr>
              <a:t>Selbstständige Weiterbildung in Machine Learning, KI-Agenten und eigenständige Projektarbeit in Batteriesystemen.</a:t>
            </a:r>
            <a:endParaRPr lang="de-DE" sz="1200" b="0" u="none" strike="noStrike">
              <a:solidFill>
                <a:srgbClr val="000000"/>
              </a:solidFill>
              <a:effectLst/>
              <a:uFillTx/>
              <a:latin typeface="Arial"/>
            </a:endParaRPr>
          </a:p>
          <a:p>
            <a:pPr marL="216000" indent="-216000" algn="just" defTabSz="457200">
              <a:lnSpc>
                <a:spcPct val="107000"/>
              </a:lnSpc>
              <a:spcAft>
                <a:spcPts val="799"/>
              </a:spcAft>
              <a:buClr>
                <a:srgbClr val="002060"/>
              </a:buClr>
              <a:buFont typeface="Symbol" charset="2"/>
              <a:buChar char=""/>
            </a:pPr>
            <a:r>
              <a:rPr lang="de-DE" sz="1200" b="0" u="sng" strike="noStrike">
                <a:solidFill>
                  <a:schemeClr val="dk1"/>
                </a:solidFill>
                <a:effectLst/>
                <a:uFillTx/>
                <a:latin typeface="Tahoma"/>
                <a:ea typeface="Tahoma"/>
              </a:rPr>
              <a:t>Projekt:</a:t>
            </a:r>
            <a:r>
              <a:rPr lang="de-DE" sz="1200" b="0" u="none" strike="noStrike">
                <a:solidFill>
                  <a:schemeClr val="dk1"/>
                </a:solidFill>
                <a:effectLst/>
                <a:uFillTx/>
                <a:latin typeface="Tahoma"/>
                <a:ea typeface="Tahoma"/>
              </a:rPr>
              <a:t> Physikinformierter, LSTM-basierter digitaler Zwilling zur Schätzung des Batterieladezustands. Weitere Informationen auf </a:t>
            </a:r>
            <a:r>
              <a:rPr lang="de-DE" sz="1200" b="0" u="sng" strike="noStrike">
                <a:solidFill>
                  <a:schemeClr val="dk1"/>
                </a:solidFill>
                <a:effectLst/>
                <a:uFillTx/>
                <a:latin typeface="Tahoma"/>
                <a:ea typeface="Tahoma"/>
                <a:hlinkClick r:id="rId1"/>
              </a:rPr>
              <a:t>GitHub</a:t>
            </a:r>
            <a:r>
              <a:rPr lang="de-DE" sz="1200" b="0" u="none" strike="noStrike">
                <a:solidFill>
                  <a:schemeClr val="dk1"/>
                </a:solidFill>
                <a:effectLst/>
                <a:uFillTx/>
                <a:latin typeface="Tahoma"/>
                <a:ea typeface="Tahoma"/>
              </a:rPr>
              <a:t> und </a:t>
            </a:r>
            <a:r>
              <a:rPr lang="de-DE" sz="1200" b="0" u="sng" strike="noStrike">
                <a:solidFill>
                  <a:schemeClr val="dk1"/>
                </a:solidFill>
                <a:effectLst/>
                <a:uFillTx/>
                <a:latin typeface="Tahoma"/>
                <a:ea typeface="Tahoma"/>
                <a:hlinkClick r:id="rId2"/>
              </a:rPr>
              <a:t>HuggingFace</a:t>
            </a:r>
            <a:r>
              <a:rPr lang="de-DE" sz="1200" b="0" u="none" strike="noStrike">
                <a:solidFill>
                  <a:schemeClr val="dk1"/>
                </a:solidFill>
                <a:effectLst/>
                <a:uFillTx/>
                <a:latin typeface="Tahoma"/>
                <a:ea typeface="Tahoma"/>
              </a:rPr>
              <a:t> zu finden.</a:t>
            </a:r>
            <a:endParaRPr lang="de-DE" sz="1200" b="0" u="none" strike="noStrike">
              <a:solidFill>
                <a:srgbClr val="000000"/>
              </a:solidFill>
              <a:effectLst/>
              <a:uFillTx/>
              <a:latin typeface="Arial"/>
            </a:endParaRPr>
          </a:p>
          <a:p>
            <a:pPr algn="just" defTabSz="457200">
              <a:lnSpc>
                <a:spcPct val="107000"/>
              </a:lnSpc>
              <a:spcAft>
                <a:spcPts val="799"/>
              </a:spcAft>
            </a:pPr>
            <a:r>
              <a:rPr lang="de-DE" sz="1200" b="0" u="none" strike="noStrike">
                <a:solidFill>
                  <a:srgbClr val="002060"/>
                </a:solidFill>
                <a:effectLst/>
                <a:uFillTx/>
                <a:latin typeface="Tahoma"/>
                <a:ea typeface="Tahoma"/>
              </a:rPr>
              <a:t>Masterand bei TLK-Thermo GmbH im Bereich </a:t>
            </a:r>
            <a:r>
              <a:rPr lang="de-DE" sz="1200" b="1" u="none" strike="noStrike">
                <a:solidFill>
                  <a:srgbClr val="002060"/>
                </a:solidFill>
                <a:effectLst/>
                <a:uFillTx/>
                <a:latin typeface="Tahoma"/>
                <a:ea typeface="Tahoma"/>
              </a:rPr>
              <a:t>Modellierung</a:t>
            </a:r>
            <a:r>
              <a:rPr lang="de-DE" sz="1200" b="0" u="none" strike="noStrike">
                <a:solidFill>
                  <a:srgbClr val="002060"/>
                </a:solidFill>
                <a:effectLst/>
                <a:uFillTx/>
                <a:latin typeface="Tahoma"/>
                <a:ea typeface="Tahoma"/>
              </a:rPr>
              <a:t>, </a:t>
            </a:r>
            <a:r>
              <a:rPr lang="de-DE" sz="1200" b="1" u="none" strike="noStrike">
                <a:solidFill>
                  <a:srgbClr val="002060"/>
                </a:solidFill>
                <a:effectLst/>
                <a:uFillTx/>
                <a:latin typeface="Tahoma"/>
                <a:ea typeface="Tahoma"/>
              </a:rPr>
              <a:t>Simulation</a:t>
            </a:r>
            <a:r>
              <a:rPr lang="de-DE" sz="1200" b="0" u="none" strike="noStrike">
                <a:solidFill>
                  <a:srgbClr val="002060"/>
                </a:solidFill>
                <a:effectLst/>
                <a:uFillTx/>
                <a:latin typeface="Tahoma"/>
                <a:ea typeface="Tahoma"/>
              </a:rPr>
              <a:t> und </a:t>
            </a:r>
            <a:r>
              <a:rPr lang="de-DE" sz="1200" b="1" u="none" strike="noStrike">
                <a:solidFill>
                  <a:srgbClr val="002060"/>
                </a:solidFill>
                <a:effectLst/>
                <a:uFillTx/>
                <a:latin typeface="Tahoma"/>
                <a:ea typeface="Tahoma"/>
              </a:rPr>
              <a:t>Optimierung</a:t>
            </a:r>
            <a:r>
              <a:rPr lang="de-DE" sz="1200" b="0" u="none" strike="noStrike">
                <a:solidFill>
                  <a:srgbClr val="002060"/>
                </a:solidFill>
                <a:effectLst/>
                <a:uFillTx/>
                <a:latin typeface="Tahoma"/>
                <a:ea typeface="Tahoma"/>
              </a:rPr>
              <a:t> </a:t>
            </a:r>
            <a:endParaRPr lang="de-DE" sz="1200" b="0" u="none" strike="noStrike">
              <a:solidFill>
                <a:srgbClr val="000000"/>
              </a:solidFill>
              <a:effectLst/>
              <a:uFillTx/>
              <a:latin typeface="Arial"/>
            </a:endParaRPr>
          </a:p>
          <a:p>
            <a:pPr marL="171360" indent="-171360" defTabSz="457200">
              <a:lnSpc>
                <a:spcPct val="100000"/>
              </a:lnSpc>
              <a:buClr>
                <a:srgbClr val="002060"/>
              </a:buClr>
              <a:buFont typeface="Arial"/>
              <a:buChar char="•"/>
            </a:pPr>
            <a:r>
              <a:rPr lang="de-DE" sz="1200" b="0" u="none" strike="noStrike">
                <a:solidFill>
                  <a:srgbClr val="000000"/>
                </a:solidFill>
                <a:effectLst/>
                <a:uFillTx/>
                <a:latin typeface="Tahoma"/>
                <a:ea typeface="Tahoma"/>
              </a:rPr>
              <a:t>[work_descriptions:Masterand bei TLK-Thermo GmbH]</a:t>
            </a:r>
            <a:br>
              <a:rPr sz="1200"/>
            </a:br>
            <a:r>
              <a:rPr lang="de-DE" sz="1200" b="0" u="none" strike="noStrike">
                <a:solidFill>
                  <a:schemeClr val="dk1"/>
                </a:solidFill>
                <a:effectLst/>
                <a:uFillTx/>
                <a:latin typeface="Tahoma"/>
                <a:ea typeface="Tahoma"/>
              </a:rPr>
              <a:t> </a:t>
            </a:r>
            <a:endParaRPr lang="de-DE" sz="1200" b="0" u="none" strike="noStrike">
              <a:solidFill>
                <a:srgbClr val="000000"/>
              </a:solidFill>
              <a:effectLst/>
              <a:uFillTx/>
              <a:latin typeface="Liberation Mono;Courier New;DejaVu Sans Mono;Lucida Sans Typewriter"/>
              <a:ea typeface="Liberation Mono;Courier New;DejaVu Sans Mono;Lucida Sans Typewriter"/>
            </a:endParaRPr>
          </a:p>
          <a:p>
            <a:pPr algn="just" defTabSz="457200">
              <a:lnSpc>
                <a:spcPct val="107000"/>
              </a:lnSpc>
              <a:spcAft>
                <a:spcPts val="799"/>
              </a:spcAft>
            </a:pPr>
            <a:r>
              <a:rPr lang="de-DE" sz="1200" b="0" u="none" strike="noStrike">
                <a:solidFill>
                  <a:srgbClr val="002060"/>
                </a:solidFill>
                <a:effectLst/>
                <a:uFillTx/>
                <a:latin typeface="Tahoma"/>
                <a:ea typeface="Tahoma"/>
              </a:rPr>
              <a:t>Praktikant und Werkstudent bei TLK-Thermo GmbH im Bereich </a:t>
            </a:r>
            <a:r>
              <a:rPr lang="de-DE" sz="1200" b="1" u="none" strike="noStrike">
                <a:solidFill>
                  <a:srgbClr val="002060"/>
                </a:solidFill>
                <a:effectLst/>
                <a:uFillTx/>
                <a:latin typeface="Tahoma"/>
                <a:ea typeface="Tahoma"/>
              </a:rPr>
              <a:t>Programmierung</a:t>
            </a:r>
            <a:endParaRPr lang="de-DE" sz="1200" b="0" u="none" strike="noStrike">
              <a:solidFill>
                <a:srgbClr val="000000"/>
              </a:solidFill>
              <a:effectLst/>
              <a:uFillTx/>
              <a:latin typeface="Arial"/>
            </a:endParaRPr>
          </a:p>
          <a:p>
            <a:pPr marL="171360" indent="-171360" defTabSz="457200">
              <a:lnSpc>
                <a:spcPct val="107000"/>
              </a:lnSpc>
              <a:buClr>
                <a:srgbClr val="002060"/>
              </a:buClr>
              <a:buFont typeface="Arial"/>
              <a:buChar char="•"/>
            </a:pPr>
            <a:r>
              <a:rPr lang="de-DE" sz="1200" b="0" u="none" strike="noStrike">
                <a:solidFill>
                  <a:schemeClr val="dk1"/>
                </a:solidFill>
                <a:effectLst/>
                <a:uFillTx/>
                <a:latin typeface="Tahoma"/>
                <a:ea typeface="Tahoma"/>
              </a:rPr>
              <a:t>[work_descriptions:Praktikant TLK-Thermo] </a:t>
            </a:r>
            <a:endParaRPr lang="de-DE" sz="1200" b="0" u="none" strike="noStrike">
              <a:solidFill>
                <a:srgbClr val="000000"/>
              </a:solidFill>
              <a:effectLst/>
              <a:uFillTx/>
              <a:latin typeface="Liberation Mono;Courier New;DejaVu Sans Mono;Lucida Sans Typewriter"/>
              <a:ea typeface="Liberation Mono;Courier New;DejaVu Sans Mono;Lucida Sans Typewriter"/>
            </a:endParaRPr>
          </a:p>
          <a:p>
            <a:pPr algn="just" defTabSz="457200">
              <a:lnSpc>
                <a:spcPct val="107000"/>
              </a:lnSpc>
            </a:pPr>
            <a:endParaRPr lang="de-DE" sz="1200" b="0" u="none" strike="noStrike">
              <a:solidFill>
                <a:srgbClr val="000000"/>
              </a:solidFill>
              <a:effectLst/>
              <a:uFillTx/>
              <a:latin typeface="Arial"/>
            </a:endParaRPr>
          </a:p>
          <a:p>
            <a:pPr algn="just" defTabSz="457200">
              <a:lnSpc>
                <a:spcPct val="107000"/>
              </a:lnSpc>
              <a:spcAft>
                <a:spcPts val="799"/>
              </a:spcAft>
            </a:pPr>
            <a:r>
              <a:rPr lang="de-DE" sz="1200" b="0" u="none" strike="noStrike">
                <a:solidFill>
                  <a:srgbClr val="002060"/>
                </a:solidFill>
                <a:effectLst/>
                <a:uFillTx/>
                <a:latin typeface="Tahoma"/>
                <a:ea typeface="Tahoma"/>
              </a:rPr>
              <a:t>Wissenschaftliche Hilfskraft an </a:t>
            </a:r>
            <a:r>
              <a:rPr lang="de-DE" sz="1200" b="1" u="none" strike="noStrike">
                <a:solidFill>
                  <a:srgbClr val="002060"/>
                </a:solidFill>
                <a:effectLst/>
                <a:uFillTx/>
                <a:latin typeface="Tahoma"/>
                <a:ea typeface="Tahoma"/>
              </a:rPr>
              <a:t>Versuchsanlagen</a:t>
            </a:r>
            <a:r>
              <a:rPr lang="de-DE" sz="1200" b="0" u="none" strike="noStrike">
                <a:solidFill>
                  <a:srgbClr val="002060"/>
                </a:solidFill>
                <a:effectLst/>
                <a:uFillTx/>
                <a:latin typeface="Tahoma"/>
                <a:ea typeface="Tahoma"/>
              </a:rPr>
              <a:t> zu adaptiven Dichtungen in Turbomaschinen, TU Braunschweig (IFAS Institut)</a:t>
            </a:r>
            <a:endParaRPr lang="de-DE" sz="1200" b="0" u="none" strike="noStrike">
              <a:solidFill>
                <a:srgbClr val="000000"/>
              </a:solidFill>
              <a:effectLst/>
              <a:uFillTx/>
              <a:latin typeface="Arial"/>
            </a:endParaRPr>
          </a:p>
          <a:p>
            <a:pPr marL="171360" indent="-171360" defTabSz="457200">
              <a:lnSpc>
                <a:spcPct val="107000"/>
              </a:lnSpc>
              <a:buClr>
                <a:srgbClr val="002060"/>
              </a:buClr>
              <a:buFont typeface="Arial"/>
              <a:buChar char="•"/>
            </a:pPr>
            <a:r>
              <a:rPr lang="de-DE" sz="1200" b="0" u="none" strike="noStrike">
                <a:solidFill>
                  <a:schemeClr val="dk1"/>
                </a:solidFill>
                <a:effectLst/>
                <a:uFillTx/>
                <a:latin typeface="Tahoma"/>
                <a:ea typeface="Tahoma"/>
              </a:rPr>
              <a:t>[work_descriptions:Wissenschaftliche Hilfskraft IFAS] </a:t>
            </a:r>
            <a:endParaRPr lang="de-DE" sz="1200" b="0" u="none" strike="noStrike">
              <a:solidFill>
                <a:srgbClr val="000000"/>
              </a:solidFill>
              <a:effectLst/>
              <a:uFillTx/>
              <a:latin typeface="Liberation Mono;Courier New;DejaVu Sans Mono;Lucida Sans Typewriter"/>
              <a:ea typeface="Liberation Mono;Courier New;DejaVu Sans Mono;Lucida Sans Typewriter"/>
            </a:endParaRPr>
          </a:p>
          <a:p>
            <a:pPr defTabSz="457200">
              <a:lnSpc>
                <a:spcPct val="107000"/>
              </a:lnSpc>
              <a:spcAft>
                <a:spcPts val="799"/>
              </a:spcAft>
            </a:pPr>
            <a:endParaRPr lang="de-DE" sz="1200" b="0" u="none" strike="noStrike">
              <a:solidFill>
                <a:srgbClr val="000000"/>
              </a:solidFill>
              <a:effectLst/>
              <a:uFillTx/>
              <a:latin typeface="Arial"/>
            </a:endParaRPr>
          </a:p>
        </p:txBody>
      </p:sp>
      <p:cxnSp>
        <p:nvCxnSpPr>
          <p:cNvPr id="67" name="Gerader Verbinder 15"/>
          <p:cNvCxnSpPr/>
          <p:nvPr/>
        </p:nvCxnSpPr>
        <p:spPr>
          <a:xfrm>
            <a:off x="291960" y="126720"/>
            <a:ext cx="6010560" cy="3600"/>
          </a:xfrm>
          <a:prstGeom prst="straightConnector1">
            <a:avLst/>
          </a:prstGeom>
          <a:ln w="0">
            <a:solidFill>
              <a:srgbClr val="002060"/>
            </a:solidFill>
          </a:ln>
        </p:spPr>
      </p:cxnSp>
      <p:sp>
        <p:nvSpPr>
          <p:cNvPr id="68" name="CuadroTexto 111"/>
          <p:cNvSpPr/>
          <p:nvPr/>
        </p:nvSpPr>
        <p:spPr>
          <a:xfrm>
            <a:off x="3208320" y="9603000"/>
            <a:ext cx="961200" cy="227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de-DE" sz="900" b="0" u="none" strike="noStrike">
                <a:solidFill>
                  <a:schemeClr val="dk1"/>
                </a:solidFill>
                <a:effectLst/>
                <a:uFillTx/>
                <a:latin typeface="Tahoma"/>
                <a:ea typeface="Tahoma"/>
              </a:rPr>
              <a:t>Seite 1 von 2</a:t>
            </a:r>
            <a:endParaRPr lang="de-DE" sz="900" b="0" u="none" strike="noStrike">
              <a:solidFill>
                <a:srgbClr val="000000"/>
              </a:solidFill>
              <a:effectLst/>
              <a:uFillTx/>
              <a:latin typeface="Arial"/>
            </a:endParaRPr>
          </a:p>
        </p:txBody>
      </p:sp>
      <p:pic>
        <p:nvPicPr>
          <p:cNvPr id="69" name="Grafik 21"/>
          <p:cNvPicPr/>
          <p:nvPr/>
        </p:nvPicPr>
        <p:blipFill>
          <a:blip r:embed="rId3"/>
          <a:srcRect l="17046" t="10276" r="8874" b="25724"/>
          <a:stretch/>
        </p:blipFill>
        <p:spPr>
          <a:xfrm>
            <a:off x="495360" y="213480"/>
            <a:ext cx="1558440" cy="1796400"/>
          </a:xfrm>
          <a:prstGeom prst="rect">
            <a:avLst/>
          </a:prstGeom>
          <a:noFill/>
          <a:ln w="0">
            <a:noFill/>
          </a:ln>
        </p:spPr>
      </p:pic>
      <p:sp>
        <p:nvSpPr>
          <p:cNvPr id="70" name="Textfeld 1"/>
          <p:cNvSpPr/>
          <p:nvPr/>
        </p:nvSpPr>
        <p:spPr>
          <a:xfrm>
            <a:off x="0" y="5038200"/>
            <a:ext cx="1342440" cy="6426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de-DE" sz="1200" b="0" u="none" strike="noStrike">
                <a:solidFill>
                  <a:srgbClr val="002060"/>
                </a:solidFill>
                <a:effectLst/>
                <a:uFillTx/>
                <a:latin typeface="Tahoma"/>
                <a:ea typeface="Tahoma"/>
              </a:rPr>
              <a:t>04/2024 – 11/2024 Braunschweig</a:t>
            </a:r>
            <a:endParaRPr lang="de-DE" sz="1200" b="0" u="none" strike="noStrike">
              <a:solidFill>
                <a:srgbClr val="000000"/>
              </a:solidFill>
              <a:effectLst/>
              <a:uFillTx/>
              <a:latin typeface="Arial"/>
            </a:endParaRPr>
          </a:p>
        </p:txBody>
      </p:sp>
      <p:cxnSp>
        <p:nvCxnSpPr>
          <p:cNvPr id="71" name="Gerader Verbinder 4"/>
          <p:cNvCxnSpPr/>
          <p:nvPr/>
        </p:nvCxnSpPr>
        <p:spPr>
          <a:xfrm>
            <a:off x="1281240" y="3974760"/>
            <a:ext cx="5040" cy="5655240"/>
          </a:xfrm>
          <a:prstGeom prst="straightConnector1">
            <a:avLst/>
          </a:prstGeom>
          <a:ln w="0">
            <a:solidFill>
              <a:srgbClr val="002060"/>
            </a:solidFill>
          </a:ln>
        </p:spPr>
      </p:cxnSp>
      <p:sp>
        <p:nvSpPr>
          <p:cNvPr id="72" name="Textfeld 7"/>
          <p:cNvSpPr/>
          <p:nvPr/>
        </p:nvSpPr>
        <p:spPr>
          <a:xfrm>
            <a:off x="0" y="7233120"/>
            <a:ext cx="1342440" cy="6426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de-DE" sz="1200" b="0" u="none" strike="noStrike">
                <a:solidFill>
                  <a:srgbClr val="002060"/>
                </a:solidFill>
                <a:effectLst/>
                <a:uFillTx/>
                <a:latin typeface="Tahoma"/>
                <a:ea typeface="Tahoma"/>
              </a:rPr>
              <a:t>10/2023 – 03/2024 Braunschweig</a:t>
            </a:r>
            <a:endParaRPr lang="de-DE" sz="1200" b="0" u="none" strike="noStrike">
              <a:solidFill>
                <a:srgbClr val="000000"/>
              </a:solidFill>
              <a:effectLst/>
              <a:uFillTx/>
              <a:latin typeface="Arial"/>
            </a:endParaRPr>
          </a:p>
        </p:txBody>
      </p:sp>
      <p:sp>
        <p:nvSpPr>
          <p:cNvPr id="73" name="Textfeld 9"/>
          <p:cNvSpPr/>
          <p:nvPr/>
        </p:nvSpPr>
        <p:spPr>
          <a:xfrm>
            <a:off x="0" y="8687520"/>
            <a:ext cx="1342440" cy="63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de-DE" sz="1200" b="0" u="none" strike="noStrike">
                <a:solidFill>
                  <a:srgbClr val="002060"/>
                </a:solidFill>
                <a:effectLst/>
                <a:uFillTx/>
                <a:latin typeface="Tahoma"/>
                <a:ea typeface="Tahoma"/>
              </a:rPr>
              <a:t>10/2022 – 04/2023 Braunschweig</a:t>
            </a:r>
            <a:endParaRPr lang="de-DE" sz="1200" b="0" u="none" strike="noStrike">
              <a:solidFill>
                <a:srgbClr val="000000"/>
              </a:solidFill>
              <a:effectLst/>
              <a:uFillTx/>
              <a:latin typeface="Arial"/>
            </a:endParaRPr>
          </a:p>
        </p:txBody>
      </p:sp>
      <p:sp>
        <p:nvSpPr>
          <p:cNvPr id="74" name="Textfeld 2"/>
          <p:cNvSpPr/>
          <p:nvPr/>
        </p:nvSpPr>
        <p:spPr>
          <a:xfrm>
            <a:off x="2520" y="3897000"/>
            <a:ext cx="1342440" cy="272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de-DE" sz="1200" b="0" u="none" strike="noStrike">
                <a:solidFill>
                  <a:srgbClr val="002060"/>
                </a:solidFill>
                <a:effectLst/>
                <a:uFillTx/>
                <a:latin typeface="Tahoma"/>
                <a:ea typeface="Tahoma"/>
              </a:rPr>
              <a:t>Seit 02/2026 </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Textfeld 3"/>
          <p:cNvSpPr/>
          <p:nvPr/>
        </p:nvSpPr>
        <p:spPr>
          <a:xfrm>
            <a:off x="3149640" y="232920"/>
            <a:ext cx="1530000" cy="303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es-CO" sz="1400" b="1" u="none" strike="noStrike">
                <a:solidFill>
                  <a:srgbClr val="002060"/>
                </a:solidFill>
                <a:effectLst/>
                <a:uFillTx/>
                <a:latin typeface="Tahoma"/>
                <a:ea typeface="Tahoma"/>
              </a:rPr>
              <a:t>Bildungsweg</a:t>
            </a:r>
            <a:endParaRPr lang="de-DE" sz="1400" b="0" u="none" strike="noStrike">
              <a:solidFill>
                <a:srgbClr val="000000"/>
              </a:solidFill>
              <a:effectLst/>
              <a:uFillTx/>
              <a:latin typeface="Arial"/>
            </a:endParaRPr>
          </a:p>
        </p:txBody>
      </p:sp>
      <p:sp>
        <p:nvSpPr>
          <p:cNvPr id="76" name="Textfeld 4"/>
          <p:cNvSpPr/>
          <p:nvPr/>
        </p:nvSpPr>
        <p:spPr>
          <a:xfrm>
            <a:off x="1346040" y="625680"/>
            <a:ext cx="5311440" cy="15534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lang="de-DE" sz="1200" b="0" u="none" strike="noStrike">
                <a:solidFill>
                  <a:srgbClr val="002060"/>
                </a:solidFill>
                <a:effectLst/>
                <a:uFillTx/>
                <a:latin typeface="Tahoma"/>
                <a:ea typeface="Tahoma"/>
              </a:rPr>
              <a:t>Master in Maschinenbau mit Vertiefungspunkt </a:t>
            </a:r>
            <a:r>
              <a:rPr lang="de-DE" sz="1200" b="1" u="none" strike="noStrike">
                <a:solidFill>
                  <a:srgbClr val="002060"/>
                </a:solidFill>
                <a:effectLst/>
                <a:uFillTx/>
                <a:latin typeface="Tahoma"/>
                <a:ea typeface="Tahoma"/>
              </a:rPr>
              <a:t>Energie- und Verfahrenstechnik</a:t>
            </a:r>
            <a:r>
              <a:rPr lang="de-DE" sz="1200" b="0" u="none" strike="noStrike">
                <a:solidFill>
                  <a:srgbClr val="002060"/>
                </a:solidFill>
                <a:effectLst/>
                <a:uFillTx/>
                <a:latin typeface="Tahoma"/>
                <a:ea typeface="Tahoma"/>
              </a:rPr>
              <a:t>, TU Braunschweig</a:t>
            </a:r>
            <a:endParaRPr lang="de-DE" sz="1200" b="0" u="none" strike="noStrike">
              <a:solidFill>
                <a:srgbClr val="000000"/>
              </a:solidFill>
              <a:effectLst/>
              <a:uFillTx/>
              <a:latin typeface="Arial"/>
            </a:endParaRPr>
          </a:p>
          <a:p>
            <a:pPr algn="just" defTabSz="457200">
              <a:lnSpc>
                <a:spcPct val="100000"/>
              </a:lnSpc>
            </a:pPr>
            <a:endParaRPr lang="de-DE" sz="1200" b="0" u="none" strike="noStrike">
              <a:solidFill>
                <a:srgbClr val="000000"/>
              </a:solidFill>
              <a:effectLst/>
              <a:uFillTx/>
              <a:latin typeface="Arial"/>
            </a:endParaRPr>
          </a:p>
          <a:p>
            <a:pPr marL="171360" indent="-171360" algn="just" defTabSz="457200">
              <a:lnSpc>
                <a:spcPct val="100000"/>
              </a:lnSpc>
              <a:buClr>
                <a:srgbClr val="002060"/>
              </a:buClr>
              <a:buFont typeface="Arial"/>
              <a:buChar char="•"/>
            </a:pPr>
            <a:r>
              <a:rPr lang="de-DE" sz="1200" b="0" u="none" strike="noStrike">
                <a:solidFill>
                  <a:schemeClr val="dk1"/>
                </a:solidFill>
                <a:effectLst/>
                <a:uFillTx/>
                <a:latin typeface="Tahoma"/>
                <a:ea typeface="Tahoma"/>
              </a:rPr>
              <a:t>• Thermodynamics of Mixtures
• Methods of Process Modelling and Optimization
• Numerical Methods of Differential Equations
• Modelling of Thermal Systems using Modelica
• Student Research Project: Implementation of new back-plate measurement technology for carbon floating ring seals
• Master's Thesis: Optimal control of a charging process for a battery system
• Dinámica de fluidos computacional (CFD)
• Termodinámica técnica</a:t>
            </a:r>
            <a:endParaRPr lang="de-DE" sz="1200" b="0" u="none" strike="noStrike">
              <a:solidFill>
                <a:srgbClr val="000000"/>
              </a:solidFill>
              <a:effectLst/>
              <a:uFillTx/>
              <a:latin typeface="Arial"/>
            </a:endParaRPr>
          </a:p>
          <a:p>
            <a:pPr algn="just" defTabSz="457200">
              <a:lnSpc>
                <a:spcPct val="100000"/>
              </a:lnSpc>
            </a:pPr>
            <a:endParaRPr lang="de-DE" sz="1200" b="0" u="none" strike="noStrike">
              <a:solidFill>
                <a:srgbClr val="000000"/>
              </a:solidFill>
              <a:effectLst/>
              <a:uFillTx/>
              <a:latin typeface="Arial"/>
            </a:endParaRPr>
          </a:p>
          <a:p>
            <a:pPr algn="just" defTabSz="457200">
              <a:lnSpc>
                <a:spcPct val="100000"/>
              </a:lnSpc>
            </a:pPr>
            <a:r>
              <a:rPr lang="de-DE" sz="1200" b="0" u="none" strike="noStrike">
                <a:solidFill>
                  <a:srgbClr val="002060"/>
                </a:solidFill>
                <a:effectLst/>
                <a:uFillTx/>
                <a:latin typeface="Tahoma"/>
                <a:ea typeface="Tahoma"/>
              </a:rPr>
              <a:t>Bachelor Maschinenbau, Universidad Nacional de Colombia</a:t>
            </a:r>
            <a:endParaRPr lang="de-DE" sz="1200" b="0" u="none" strike="noStrike">
              <a:solidFill>
                <a:srgbClr val="000000"/>
              </a:solidFill>
              <a:effectLst/>
              <a:uFillTx/>
              <a:latin typeface="Arial"/>
            </a:endParaRPr>
          </a:p>
          <a:p>
            <a:pPr algn="just" defTabSz="457200">
              <a:lnSpc>
                <a:spcPct val="100000"/>
              </a:lnSpc>
            </a:pPr>
            <a:endParaRPr lang="de-DE" sz="1200" b="0" u="none" strike="noStrike">
              <a:solidFill>
                <a:srgbClr val="000000"/>
              </a:solidFill>
              <a:effectLst/>
              <a:uFillTx/>
              <a:latin typeface="Arial"/>
            </a:endParaRPr>
          </a:p>
          <a:p>
            <a:pPr marL="171360" indent="-171360" algn="just" defTabSz="457200">
              <a:lnSpc>
                <a:spcPct val="100000"/>
              </a:lnSpc>
              <a:buClr>
                <a:srgbClr val="002060"/>
              </a:buClr>
              <a:buFont typeface="Arial"/>
              <a:buChar char="•"/>
            </a:pPr>
            <a:r>
              <a:rPr lang="de-DE" sz="1200" b="0" u="none" strike="noStrike">
                <a:solidFill>
                  <a:schemeClr val="dk1"/>
                </a:solidFill>
                <a:effectLst/>
                <a:uFillTx/>
                <a:latin typeface="Tahoma"/>
                <a:ea typeface="Tahoma"/>
              </a:rPr>
              <a:t>• Thermodynamics of Mixtures
• Methods of Process Modelling and Optimization
• Numerical Methods of Differential Equations
• Modelling of Thermal Systems using Modelica
• Student Research Project: Implementation of new back-plate measurement technology for carbon floating ring seals
• Master's Thesis: Optimal control of a charging process for a battery system
• Dinámica de fluidos computacional (CFD)
• Termodinámica técnica</a:t>
            </a:r>
            <a:endParaRPr lang="de-DE" sz="1200" b="0" u="none" strike="noStrike">
              <a:solidFill>
                <a:srgbClr val="000000"/>
              </a:solidFill>
              <a:effectLst/>
              <a:uFillTx/>
              <a:latin typeface="Arial"/>
            </a:endParaRPr>
          </a:p>
        </p:txBody>
      </p:sp>
      <p:sp>
        <p:nvSpPr>
          <p:cNvPr id="77" name="Textfeld 5"/>
          <p:cNvSpPr/>
          <p:nvPr/>
        </p:nvSpPr>
        <p:spPr>
          <a:xfrm>
            <a:off x="271440" y="6624000"/>
            <a:ext cx="2104560" cy="303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CO" sz="1400" b="1" u="none" strike="noStrike">
                <a:solidFill>
                  <a:srgbClr val="002060"/>
                </a:solidFill>
                <a:effectLst/>
                <a:uFillTx/>
                <a:latin typeface="Tahoma"/>
                <a:ea typeface="Tahoma"/>
              </a:rPr>
              <a:t>Sonstige Leistungen</a:t>
            </a:r>
            <a:endParaRPr lang="de-DE" sz="1400" b="0" u="none" strike="noStrike">
              <a:solidFill>
                <a:srgbClr val="000000"/>
              </a:solidFill>
              <a:effectLst/>
              <a:uFillTx/>
              <a:latin typeface="Arial"/>
            </a:endParaRPr>
          </a:p>
        </p:txBody>
      </p:sp>
      <p:sp>
        <p:nvSpPr>
          <p:cNvPr id="78" name="Textfeld 7"/>
          <p:cNvSpPr/>
          <p:nvPr/>
        </p:nvSpPr>
        <p:spPr>
          <a:xfrm>
            <a:off x="1202040" y="5820840"/>
            <a:ext cx="5609880" cy="273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de-DE" sz="1200" b="0" u="none" strike="noStrike">
                <a:solidFill>
                  <a:srgbClr val="002060"/>
                </a:solidFill>
                <a:effectLst/>
                <a:uFillTx/>
                <a:latin typeface="Tahoma"/>
                <a:ea typeface="Tahoma"/>
              </a:rPr>
              <a:t> </a:t>
            </a:r>
            <a:endParaRPr lang="de-DE" sz="1200" b="0" u="none" strike="noStrike">
              <a:solidFill>
                <a:srgbClr val="000000"/>
              </a:solidFill>
              <a:effectLst/>
              <a:uFillTx/>
              <a:latin typeface="Arial"/>
            </a:endParaRPr>
          </a:p>
        </p:txBody>
      </p:sp>
      <p:sp>
        <p:nvSpPr>
          <p:cNvPr id="79" name="Textfeld 14"/>
          <p:cNvSpPr/>
          <p:nvPr/>
        </p:nvSpPr>
        <p:spPr>
          <a:xfrm>
            <a:off x="-42480" y="627480"/>
            <a:ext cx="1342440" cy="6426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de-DE" sz="1200" b="0" u="none" strike="noStrike">
                <a:solidFill>
                  <a:srgbClr val="002060"/>
                </a:solidFill>
                <a:effectLst/>
                <a:uFillTx/>
                <a:latin typeface="Tahoma"/>
                <a:ea typeface="Tahoma"/>
              </a:rPr>
              <a:t>10/2020 – 11/2024 Braunschweig</a:t>
            </a:r>
            <a:endParaRPr lang="de-DE" sz="1200" b="0" u="none" strike="noStrike">
              <a:solidFill>
                <a:srgbClr val="000000"/>
              </a:solidFill>
              <a:effectLst/>
              <a:uFillTx/>
              <a:latin typeface="Arial"/>
            </a:endParaRPr>
          </a:p>
        </p:txBody>
      </p:sp>
      <p:cxnSp>
        <p:nvCxnSpPr>
          <p:cNvPr id="80" name="Gerader Verbinder 15"/>
          <p:cNvCxnSpPr/>
          <p:nvPr/>
        </p:nvCxnSpPr>
        <p:spPr>
          <a:xfrm>
            <a:off x="1282680" y="624240"/>
            <a:ext cx="1080" cy="2092680"/>
          </a:xfrm>
          <a:prstGeom prst="straightConnector1">
            <a:avLst/>
          </a:prstGeom>
          <a:ln w="0">
            <a:solidFill>
              <a:srgbClr val="002060"/>
            </a:solidFill>
          </a:ln>
        </p:spPr>
      </p:cxnSp>
      <p:sp>
        <p:nvSpPr>
          <p:cNvPr id="81" name="Textfeld 16"/>
          <p:cNvSpPr/>
          <p:nvPr/>
        </p:nvSpPr>
        <p:spPr>
          <a:xfrm>
            <a:off x="-56520" y="1980000"/>
            <a:ext cx="1342440" cy="6390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de-DE" sz="1200" b="0" u="none" strike="noStrike">
                <a:solidFill>
                  <a:srgbClr val="002060"/>
                </a:solidFill>
                <a:effectLst/>
                <a:uFillTx/>
                <a:latin typeface="Tahoma"/>
                <a:ea typeface="Tahoma"/>
              </a:rPr>
              <a:t>01/2013 – 07/2019 Kolumbien</a:t>
            </a:r>
            <a:endParaRPr lang="de-DE" sz="1200" b="0" u="none" strike="noStrike">
              <a:solidFill>
                <a:srgbClr val="000000"/>
              </a:solidFill>
              <a:effectLst/>
              <a:uFillTx/>
              <a:latin typeface="Arial"/>
            </a:endParaRPr>
          </a:p>
        </p:txBody>
      </p:sp>
      <p:sp>
        <p:nvSpPr>
          <p:cNvPr id="82" name="Textfeld 8"/>
          <p:cNvSpPr/>
          <p:nvPr/>
        </p:nvSpPr>
        <p:spPr>
          <a:xfrm>
            <a:off x="216000" y="5384160"/>
            <a:ext cx="1440000" cy="303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CO" sz="1400" b="1" u="none" strike="noStrike">
                <a:solidFill>
                  <a:srgbClr val="002060"/>
                </a:solidFill>
                <a:effectLst/>
                <a:uFillTx/>
                <a:latin typeface="Tahoma"/>
                <a:ea typeface="Tahoma"/>
              </a:rPr>
              <a:t>Kentnisse</a:t>
            </a:r>
            <a:endParaRPr lang="de-DE" sz="1400" b="0" u="none" strike="noStrike">
              <a:solidFill>
                <a:srgbClr val="000000"/>
              </a:solidFill>
              <a:effectLst/>
              <a:uFillTx/>
              <a:latin typeface="Arial"/>
            </a:endParaRPr>
          </a:p>
        </p:txBody>
      </p:sp>
      <p:sp>
        <p:nvSpPr>
          <p:cNvPr id="83" name="Textfeld 10"/>
          <p:cNvSpPr/>
          <p:nvPr/>
        </p:nvSpPr>
        <p:spPr>
          <a:xfrm>
            <a:off x="216000" y="5774760"/>
            <a:ext cx="6444000" cy="273240"/>
          </a:xfrm>
          <a:prstGeom prst="rect">
            <a:avLst/>
          </a:prstGeom>
          <a:noFill/>
          <a:ln w="0">
            <a:noFill/>
          </a:ln>
        </p:spPr>
        <p:style>
          <a:lnRef idx="0"/>
          <a:fillRef idx="0"/>
          <a:effectRef idx="0"/>
          <a:fontRef idx="minor"/>
        </p:style>
        <p:txBody>
          <a:bodyPr lIns="90000" rIns="90000" tIns="45000" bIns="45000" anchor="t">
            <a:spAutoFit/>
          </a:bodyPr>
          <a:p>
            <a:pPr marL="216000" indent="-216000" algn="just" defTabSz="457200">
              <a:lnSpc>
                <a:spcPct val="100000"/>
              </a:lnSpc>
              <a:buClr>
                <a:srgbClr val="002060"/>
              </a:buClr>
              <a:buFont typeface="Symbol" charset="2"/>
              <a:buChar char=""/>
            </a:pPr>
            <a:r>
              <a:rPr lang="de-DE" sz="1200" b="0" u="none" strike="noStrike">
                <a:solidFill>
                  <a:srgbClr val="000000"/>
                </a:solidFill>
                <a:effectLst/>
                <a:uFillTx/>
                <a:latin typeface="Tahoma"/>
                <a:ea typeface="Tahoma"/>
              </a:rPr>
              <a:t>Technical: CFD, Thermal Simulation, Mechanical Design, Finite Element Analysis, Turbomachinery, Battery Modeling, Optimal Control, Machine Learning, Fluid Dynamics, Thermodynamics, Renewable Energy Technologies, Experiments
Software: Python, PyTorch, Modelica, CasADi, MATLAB, Autodesk Inventor, Qt (PyQt6), Sphinx, Hugging Face
Language: Spanish, English, German, Portuguese
Soft: Presentation, Teamwork</a:t>
            </a:r>
            <a:endParaRPr lang="de-DE" sz="1200" b="0" u="none" strike="noStrike">
              <a:solidFill>
                <a:srgbClr val="000000"/>
              </a:solidFill>
              <a:effectLst/>
              <a:uFillTx/>
              <a:latin typeface="Arial"/>
            </a:endParaRPr>
          </a:p>
        </p:txBody>
      </p:sp>
      <p:sp>
        <p:nvSpPr>
          <p:cNvPr id="84" name="Textfeld 15"/>
          <p:cNvSpPr/>
          <p:nvPr/>
        </p:nvSpPr>
        <p:spPr>
          <a:xfrm>
            <a:off x="216000" y="4320000"/>
            <a:ext cx="1980000" cy="303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CO" sz="1400" b="1" u="none" strike="noStrike">
                <a:solidFill>
                  <a:srgbClr val="002060"/>
                </a:solidFill>
                <a:effectLst/>
                <a:uFillTx/>
                <a:latin typeface="Tahoma"/>
                <a:ea typeface="Tahoma"/>
              </a:rPr>
              <a:t>Relevante Projekte</a:t>
            </a:r>
            <a:endParaRPr lang="de-DE" sz="1400" b="0" u="none" strike="noStrike">
              <a:solidFill>
                <a:srgbClr val="000000"/>
              </a:solidFill>
              <a:effectLst/>
              <a:uFillTx/>
              <a:latin typeface="Arial"/>
            </a:endParaRPr>
          </a:p>
        </p:txBody>
      </p:sp>
      <p:sp>
        <p:nvSpPr>
          <p:cNvPr id="85" name="Textfeld 17"/>
          <p:cNvSpPr/>
          <p:nvPr/>
        </p:nvSpPr>
        <p:spPr>
          <a:xfrm>
            <a:off x="232560" y="4694760"/>
            <a:ext cx="6247440" cy="273240"/>
          </a:xfrm>
          <a:prstGeom prst="rect">
            <a:avLst/>
          </a:prstGeom>
          <a:noFill/>
          <a:ln w="0">
            <a:noFill/>
          </a:ln>
        </p:spPr>
        <p:style>
          <a:lnRef idx="0"/>
          <a:fillRef idx="0"/>
          <a:effectRef idx="0"/>
          <a:fontRef idx="minor"/>
        </p:style>
        <p:txBody>
          <a:bodyPr lIns="90000" rIns="90000" tIns="45000" bIns="45000" anchor="t">
            <a:spAutoFit/>
          </a:bodyPr>
          <a:p>
            <a:pPr marL="216000" indent="-216000" algn="just" defTabSz="457200">
              <a:lnSpc>
                <a:spcPct val="100000"/>
              </a:lnSpc>
              <a:buClr>
                <a:srgbClr val="002060"/>
              </a:buClr>
              <a:buFont typeface="Symbol" charset="2"/>
              <a:buChar char=""/>
            </a:pPr>
            <a:r>
              <a:rPr lang="de-DE" sz="1200" b="0" u="none" strike="noStrike">
                <a:solidFill>
                  <a:srgbClr val="000000"/>
                </a:solidFill>
                <a:effectLst/>
                <a:uFillTx/>
                <a:latin typeface="Tahoma"/>
                <a:ea typeface="Tahoma"/>
              </a:rPr>
              <a:t>1. Optimal control of a charging process for a battery system
   Developed an optimal control approach for battery charging using Modelica and CasADi, achieving fast and safe charging while respecting temperature constraints.
2. Development of an Incompressible Flow Solver to Study Simple Phenomena
   Developed a compact high-order incompressible flow solver using compact finite differences and validated against the Backward Face Step benchmark.</a:t>
            </a:r>
            <a:endParaRPr lang="de-DE" sz="1200" b="0" u="none" strike="noStrike">
              <a:solidFill>
                <a:srgbClr val="000000"/>
              </a:solidFill>
              <a:effectLst/>
              <a:uFillTx/>
              <a:latin typeface="Arial"/>
            </a:endParaRPr>
          </a:p>
        </p:txBody>
      </p:sp>
      <p:sp>
        <p:nvSpPr>
          <p:cNvPr id="86" name="CuadroTexto 1"/>
          <p:cNvSpPr/>
          <p:nvPr/>
        </p:nvSpPr>
        <p:spPr>
          <a:xfrm>
            <a:off x="3208320" y="9603720"/>
            <a:ext cx="961200" cy="2271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lang="de-DE" sz="900" b="0" u="none" strike="noStrike">
                <a:solidFill>
                  <a:schemeClr val="dk1"/>
                </a:solidFill>
                <a:effectLst/>
                <a:uFillTx/>
                <a:latin typeface="Tahoma"/>
                <a:ea typeface="Tahoma"/>
              </a:rPr>
              <a:t>Seite 2 von 2</a:t>
            </a:r>
            <a:endParaRPr lang="de-DE" sz="900" b="0" u="none" strike="noStrike">
              <a:solidFill>
                <a:srgbClr val="000000"/>
              </a:solidFill>
              <a:effectLst/>
              <a:uFillTx/>
              <a:latin typeface="Arial"/>
            </a:endParaRPr>
          </a:p>
        </p:txBody>
      </p:sp>
      <p:sp>
        <p:nvSpPr>
          <p:cNvPr id="87" name="Textfeld 19"/>
          <p:cNvSpPr/>
          <p:nvPr/>
        </p:nvSpPr>
        <p:spPr>
          <a:xfrm>
            <a:off x="216000" y="2936160"/>
            <a:ext cx="1620000" cy="303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s-CO" sz="1400" b="1" u="none" strike="noStrike">
                <a:solidFill>
                  <a:srgbClr val="002060"/>
                </a:solidFill>
                <a:effectLst/>
                <a:uFillTx/>
                <a:latin typeface="Tahoma"/>
                <a:ea typeface="Tahoma"/>
              </a:rPr>
              <a:t>Weiterbildung</a:t>
            </a:r>
            <a:endParaRPr lang="de-DE" sz="1400" b="0" u="none" strike="noStrike">
              <a:solidFill>
                <a:srgbClr val="000000"/>
              </a:solidFill>
              <a:effectLst/>
              <a:uFillTx/>
              <a:latin typeface="Arial"/>
            </a:endParaRPr>
          </a:p>
        </p:txBody>
      </p:sp>
      <p:sp>
        <p:nvSpPr>
          <p:cNvPr id="88" name="Textfeld 20"/>
          <p:cNvSpPr/>
          <p:nvPr/>
        </p:nvSpPr>
        <p:spPr>
          <a:xfrm>
            <a:off x="216000" y="3342600"/>
            <a:ext cx="6264000" cy="78948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lang="de-DE" sz="1200" b="0" u="none" strike="noStrike">
                <a:solidFill>
                  <a:srgbClr val="002060"/>
                </a:solidFill>
                <a:effectLst/>
                <a:uFillTx/>
                <a:latin typeface="Tahoma"/>
                <a:ea typeface="Tahoma"/>
              </a:rPr>
              <a:t>PyTorch for Deep Learning Bootcamp, ZTM Academy</a:t>
            </a:r>
            <a:endParaRPr lang="de-DE" sz="1200" b="0" u="none" strike="noStrike">
              <a:solidFill>
                <a:srgbClr val="000000"/>
              </a:solidFill>
              <a:effectLst/>
              <a:uFillTx/>
              <a:latin typeface="Arial"/>
            </a:endParaRPr>
          </a:p>
          <a:p>
            <a:pPr marL="171360" indent="-171360" algn="just" defTabSz="457200">
              <a:lnSpc>
                <a:spcPct val="100000"/>
              </a:lnSpc>
              <a:spcBef>
                <a:spcPts val="1191"/>
              </a:spcBef>
              <a:spcAft>
                <a:spcPts val="992"/>
              </a:spcAft>
              <a:buClr>
                <a:srgbClr val="002060"/>
              </a:buClr>
              <a:buFont typeface="Arial"/>
              <a:buChar char="•"/>
            </a:pPr>
            <a:r>
              <a:rPr lang="de-DE" sz="1200" b="0" u="none" strike="noStrike">
                <a:solidFill>
                  <a:schemeClr val="dk1"/>
                </a:solidFill>
                <a:effectLst/>
                <a:uFillTx/>
                <a:latin typeface="Tahoma"/>
                <a:ea typeface="Tahoma"/>
              </a:rPr>
              <a:t>Ein praxisorientierter Kurs zu Deep Learning mit PyTorch, einschließlich Modellaufbau, Training und Durchführung in reale Anwendungen.</a:t>
            </a:r>
            <a:endParaRPr lang="de-DE" sz="1200" b="0" u="none" strike="noStrike">
              <a:solidFill>
                <a:srgbClr val="000000"/>
              </a:solidFill>
              <a:effectLst/>
              <a:uFillTx/>
              <a:latin typeface="Arial"/>
            </a:endParaRPr>
          </a:p>
        </p:txBody>
      </p:sp>
      <p:sp>
        <p:nvSpPr>
          <p:cNvPr id="89" name="Textfeld 21"/>
          <p:cNvSpPr/>
          <p:nvPr/>
        </p:nvSpPr>
        <p:spPr>
          <a:xfrm>
            <a:off x="288000" y="7020000"/>
            <a:ext cx="5508360" cy="273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de-DE" sz="1200" b="0" u="none" strike="noStrike">
                <a:solidFill>
                  <a:srgbClr val="002060"/>
                </a:solidFill>
                <a:effectLst/>
                <a:uFillTx/>
                <a:latin typeface="Tahoma"/>
                <a:ea typeface="Tahoma"/>
              </a:rPr>
              <a:t>06/2019 – 10/2020, Usingen : Kultureller Austausch in Deutschland als Au-Pair</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Office 2013 - 2022 Theme</Template>
  <TotalTime>204</TotalTime>
  <Application>LibreOffice/25.8.5.2$Windows_X86_64 LibreOffice_project/9c8b85f387cc00a89945a79c9e6239f32e450ac2</Application>
  <AppVersion>15.0000</AppVersion>
  <Words>474</Words>
  <Paragraphs>65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2024-10-15T15:37:39Z</dcterms:created>
  <dc:creator>juan aponte</dc:creator>
  <dc:description/>
  <dc:language>de-DE</dc:language>
  <cp:lastModifiedBy/>
  <cp:lastPrinted>2026-04-29T15:45:42Z</cp:lastPrinted>
  <dcterms:modified xsi:type="dcterms:W3CDTF">2026-05-04T12:18:38Z</dcterms:modified>
  <cp:revision>52</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A4-Papier (210 x 297 mm)</vt:lpwstr>
  </property>
  <property fmtid="{D5CDD505-2E9C-101B-9397-08002B2CF9AE}" pid="3" name="Slides">
    <vt:i4>2</vt:i4>
  </property>
</Properties>
</file>